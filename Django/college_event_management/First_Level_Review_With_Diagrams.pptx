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0" r:id="rId4"/>
    <p:sldId id="258" r:id="rId5"/>
    <p:sldId id="259" r:id="rId6"/>
    <p:sldId id="260" r:id="rId7"/>
    <p:sldId id="261" r:id="rId8"/>
    <p:sldId id="271" r:id="rId9"/>
    <p:sldId id="272" r:id="rId10"/>
    <p:sldId id="273" r:id="rId11"/>
    <p:sldId id="280" r:id="rId12"/>
    <p:sldId id="263" r:id="rId13"/>
    <p:sldId id="264" r:id="rId14"/>
    <p:sldId id="265" r:id="rId15"/>
    <p:sldId id="266" r:id="rId16"/>
    <p:sldId id="262" r:id="rId17"/>
    <p:sldId id="277" r:id="rId18"/>
    <p:sldId id="278" r:id="rId19"/>
    <p:sldId id="279" r:id="rId20"/>
    <p:sldId id="275" r:id="rId21"/>
    <p:sldId id="274" r:id="rId22"/>
    <p:sldId id="276"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586C70-ACC0-4326-A8D8-4C1C8420832C}" v="3" dt="2025-08-20T05:02:25.912"/>
  </p1510:revLst>
</p1510:revInfo>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694"/>
  </p:normalViewPr>
  <p:slideViewPr>
    <p:cSldViewPr snapToGrid="0" snapToObjects="1">
      <p:cViewPr varScale="1">
        <p:scale>
          <a:sx n="121" d="100"/>
          <a:sy n="121" d="100"/>
        </p:scale>
        <p:origin x="138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jo s jose" userId="cab8b8cb0814cb76" providerId="LiveId" clId="{AC586C70-ACC0-4326-A8D8-4C1C8420832C}"/>
    <pc:docChg chg="undo redo custSel modSld modMainMaster">
      <pc:chgData name="jijo s jose" userId="cab8b8cb0814cb76" providerId="LiveId" clId="{AC586C70-ACC0-4326-A8D8-4C1C8420832C}" dt="2025-08-20T05:02:25.912" v="112"/>
      <pc:docMkLst>
        <pc:docMk/>
      </pc:docMkLst>
      <pc:sldChg chg="modTransition">
        <pc:chgData name="jijo s jose" userId="cab8b8cb0814cb76" providerId="LiveId" clId="{AC586C70-ACC0-4326-A8D8-4C1C8420832C}" dt="2025-08-20T05:02:25.912" v="112"/>
        <pc:sldMkLst>
          <pc:docMk/>
          <pc:sldMk cId="0" sldId="256"/>
        </pc:sldMkLst>
      </pc:sldChg>
      <pc:sldChg chg="modTransition">
        <pc:chgData name="jijo s jose" userId="cab8b8cb0814cb76" providerId="LiveId" clId="{AC586C70-ACC0-4326-A8D8-4C1C8420832C}" dt="2025-08-20T05:02:25.912" v="112"/>
        <pc:sldMkLst>
          <pc:docMk/>
          <pc:sldMk cId="0" sldId="257"/>
        </pc:sldMkLst>
      </pc:sldChg>
      <pc:sldChg chg="modTransition">
        <pc:chgData name="jijo s jose" userId="cab8b8cb0814cb76" providerId="LiveId" clId="{AC586C70-ACC0-4326-A8D8-4C1C8420832C}" dt="2025-08-20T05:02:25.912" v="112"/>
        <pc:sldMkLst>
          <pc:docMk/>
          <pc:sldMk cId="0" sldId="258"/>
        </pc:sldMkLst>
      </pc:sldChg>
      <pc:sldChg chg="modTransition">
        <pc:chgData name="jijo s jose" userId="cab8b8cb0814cb76" providerId="LiveId" clId="{AC586C70-ACC0-4326-A8D8-4C1C8420832C}" dt="2025-08-20T05:02:25.912" v="112"/>
        <pc:sldMkLst>
          <pc:docMk/>
          <pc:sldMk cId="0" sldId="259"/>
        </pc:sldMkLst>
      </pc:sldChg>
      <pc:sldChg chg="modTransition">
        <pc:chgData name="jijo s jose" userId="cab8b8cb0814cb76" providerId="LiveId" clId="{AC586C70-ACC0-4326-A8D8-4C1C8420832C}" dt="2025-08-20T05:02:25.912" v="112"/>
        <pc:sldMkLst>
          <pc:docMk/>
          <pc:sldMk cId="0" sldId="260"/>
        </pc:sldMkLst>
      </pc:sldChg>
      <pc:sldChg chg="modTransition">
        <pc:chgData name="jijo s jose" userId="cab8b8cb0814cb76" providerId="LiveId" clId="{AC586C70-ACC0-4326-A8D8-4C1C8420832C}" dt="2025-08-20T05:02:25.912" v="112"/>
        <pc:sldMkLst>
          <pc:docMk/>
          <pc:sldMk cId="0" sldId="261"/>
        </pc:sldMkLst>
      </pc:sldChg>
      <pc:sldChg chg="modSp mod modTransition">
        <pc:chgData name="jijo s jose" userId="cab8b8cb0814cb76" providerId="LiveId" clId="{AC586C70-ACC0-4326-A8D8-4C1C8420832C}" dt="2025-08-20T05:02:25.912" v="112"/>
        <pc:sldMkLst>
          <pc:docMk/>
          <pc:sldMk cId="0" sldId="262"/>
        </pc:sldMkLst>
        <pc:spChg chg="mod">
          <ac:chgData name="jijo s jose" userId="cab8b8cb0814cb76" providerId="LiveId" clId="{AC586C70-ACC0-4326-A8D8-4C1C8420832C}" dt="2025-08-20T05:00:40.975" v="96" actId="20577"/>
          <ac:spMkLst>
            <pc:docMk/>
            <pc:sldMk cId="0" sldId="262"/>
            <ac:spMk id="3" creationId="{00000000-0000-0000-0000-000000000000}"/>
          </ac:spMkLst>
        </pc:spChg>
      </pc:sldChg>
      <pc:sldChg chg="modSp mod modTransition">
        <pc:chgData name="jijo s jose" userId="cab8b8cb0814cb76" providerId="LiveId" clId="{AC586C70-ACC0-4326-A8D8-4C1C8420832C}" dt="2025-08-20T05:02:25.912" v="112"/>
        <pc:sldMkLst>
          <pc:docMk/>
          <pc:sldMk cId="0" sldId="263"/>
        </pc:sldMkLst>
        <pc:spChg chg="mod">
          <ac:chgData name="jijo s jose" userId="cab8b8cb0814cb76" providerId="LiveId" clId="{AC586C70-ACC0-4326-A8D8-4C1C8420832C}" dt="2025-08-20T04:58:41.403" v="64" actId="14100"/>
          <ac:spMkLst>
            <pc:docMk/>
            <pc:sldMk cId="0" sldId="263"/>
            <ac:spMk id="2" creationId="{00000000-0000-0000-0000-000000000000}"/>
          </ac:spMkLst>
        </pc:spChg>
        <pc:spChg chg="mod">
          <ac:chgData name="jijo s jose" userId="cab8b8cb0814cb76" providerId="LiveId" clId="{AC586C70-ACC0-4326-A8D8-4C1C8420832C}" dt="2025-08-20T04:59:50.189" v="78" actId="1076"/>
          <ac:spMkLst>
            <pc:docMk/>
            <pc:sldMk cId="0" sldId="263"/>
            <ac:spMk id="3" creationId="{00000000-0000-0000-0000-000000000000}"/>
          </ac:spMkLst>
        </pc:spChg>
      </pc:sldChg>
      <pc:sldChg chg="modSp mod modTransition">
        <pc:chgData name="jijo s jose" userId="cab8b8cb0814cb76" providerId="LiveId" clId="{AC586C70-ACC0-4326-A8D8-4C1C8420832C}" dt="2025-08-20T05:02:25.912" v="112"/>
        <pc:sldMkLst>
          <pc:docMk/>
          <pc:sldMk cId="0" sldId="264"/>
        </pc:sldMkLst>
        <pc:spChg chg="mod">
          <ac:chgData name="jijo s jose" userId="cab8b8cb0814cb76" providerId="LiveId" clId="{AC586C70-ACC0-4326-A8D8-4C1C8420832C}" dt="2025-08-20T04:59:20.496" v="71" actId="27636"/>
          <ac:spMkLst>
            <pc:docMk/>
            <pc:sldMk cId="0" sldId="264"/>
            <ac:spMk id="3" creationId="{00000000-0000-0000-0000-000000000000}"/>
          </ac:spMkLst>
        </pc:spChg>
      </pc:sldChg>
      <pc:sldChg chg="modSp mod modTransition">
        <pc:chgData name="jijo s jose" userId="cab8b8cb0814cb76" providerId="LiveId" clId="{AC586C70-ACC0-4326-A8D8-4C1C8420832C}" dt="2025-08-20T05:02:25.912" v="112"/>
        <pc:sldMkLst>
          <pc:docMk/>
          <pc:sldMk cId="0" sldId="265"/>
        </pc:sldMkLst>
        <pc:spChg chg="mod">
          <ac:chgData name="jijo s jose" userId="cab8b8cb0814cb76" providerId="LiveId" clId="{AC586C70-ACC0-4326-A8D8-4C1C8420832C}" dt="2025-08-20T05:00:08.625" v="82" actId="27636"/>
          <ac:spMkLst>
            <pc:docMk/>
            <pc:sldMk cId="0" sldId="265"/>
            <ac:spMk id="3" creationId="{00000000-0000-0000-0000-000000000000}"/>
          </ac:spMkLst>
        </pc:spChg>
      </pc:sldChg>
      <pc:sldChg chg="modSp mod modTransition">
        <pc:chgData name="jijo s jose" userId="cab8b8cb0814cb76" providerId="LiveId" clId="{AC586C70-ACC0-4326-A8D8-4C1C8420832C}" dt="2025-08-20T05:02:25.912" v="112"/>
        <pc:sldMkLst>
          <pc:docMk/>
          <pc:sldMk cId="0" sldId="266"/>
        </pc:sldMkLst>
        <pc:spChg chg="mod">
          <ac:chgData name="jijo s jose" userId="cab8b8cb0814cb76" providerId="LiveId" clId="{AC586C70-ACC0-4326-A8D8-4C1C8420832C}" dt="2025-08-20T05:00:25.346" v="86" actId="27636"/>
          <ac:spMkLst>
            <pc:docMk/>
            <pc:sldMk cId="0" sldId="266"/>
            <ac:spMk id="3" creationId="{00000000-0000-0000-0000-000000000000}"/>
          </ac:spMkLst>
        </pc:spChg>
      </pc:sldChg>
      <pc:sldChg chg="modTransition">
        <pc:chgData name="jijo s jose" userId="cab8b8cb0814cb76" providerId="LiveId" clId="{AC586C70-ACC0-4326-A8D8-4C1C8420832C}" dt="2025-08-20T05:02:25.912" v="112"/>
        <pc:sldMkLst>
          <pc:docMk/>
          <pc:sldMk cId="0" sldId="267"/>
        </pc:sldMkLst>
      </pc:sldChg>
      <pc:sldChg chg="modTransition">
        <pc:chgData name="jijo s jose" userId="cab8b8cb0814cb76" providerId="LiveId" clId="{AC586C70-ACC0-4326-A8D8-4C1C8420832C}" dt="2025-08-20T05:02:25.912" v="112"/>
        <pc:sldMkLst>
          <pc:docMk/>
          <pc:sldMk cId="0" sldId="268"/>
        </pc:sldMkLst>
      </pc:sldChg>
      <pc:sldChg chg="modTransition">
        <pc:chgData name="jijo s jose" userId="cab8b8cb0814cb76" providerId="LiveId" clId="{AC586C70-ACC0-4326-A8D8-4C1C8420832C}" dt="2025-08-20T05:02:25.912" v="112"/>
        <pc:sldMkLst>
          <pc:docMk/>
          <pc:sldMk cId="0" sldId="269"/>
        </pc:sldMkLst>
      </pc:sldChg>
      <pc:sldChg chg="modTransition">
        <pc:chgData name="jijo s jose" userId="cab8b8cb0814cb76" providerId="LiveId" clId="{AC586C70-ACC0-4326-A8D8-4C1C8420832C}" dt="2025-08-20T05:02:25.912" v="112"/>
        <pc:sldMkLst>
          <pc:docMk/>
          <pc:sldMk cId="1514860393" sldId="270"/>
        </pc:sldMkLst>
      </pc:sldChg>
      <pc:sldChg chg="modSp mod modTransition">
        <pc:chgData name="jijo s jose" userId="cab8b8cb0814cb76" providerId="LiveId" clId="{AC586C70-ACC0-4326-A8D8-4C1C8420832C}" dt="2025-08-20T05:02:25.912" v="112"/>
        <pc:sldMkLst>
          <pc:docMk/>
          <pc:sldMk cId="0" sldId="271"/>
        </pc:sldMkLst>
        <pc:spChg chg="mod">
          <ac:chgData name="jijo s jose" userId="cab8b8cb0814cb76" providerId="LiveId" clId="{AC586C70-ACC0-4326-A8D8-4C1C8420832C}" dt="2025-08-20T04:56:09.886" v="2" actId="14100"/>
          <ac:spMkLst>
            <pc:docMk/>
            <pc:sldMk cId="0" sldId="271"/>
            <ac:spMk id="3" creationId="{00000000-0000-0000-0000-000000000000}"/>
          </ac:spMkLst>
        </pc:spChg>
      </pc:sldChg>
      <pc:sldChg chg="modTransition">
        <pc:chgData name="jijo s jose" userId="cab8b8cb0814cb76" providerId="LiveId" clId="{AC586C70-ACC0-4326-A8D8-4C1C8420832C}" dt="2025-08-20T05:02:25.912" v="112"/>
        <pc:sldMkLst>
          <pc:docMk/>
          <pc:sldMk cId="0" sldId="272"/>
        </pc:sldMkLst>
      </pc:sldChg>
      <pc:sldChg chg="addSp delSp modSp mod modTransition setBg">
        <pc:chgData name="jijo s jose" userId="cab8b8cb0814cb76" providerId="LiveId" clId="{AC586C70-ACC0-4326-A8D8-4C1C8420832C}" dt="2025-08-20T05:02:25.912" v="112"/>
        <pc:sldMkLst>
          <pc:docMk/>
          <pc:sldMk cId="0" sldId="273"/>
        </pc:sldMkLst>
        <pc:spChg chg="mod">
          <ac:chgData name="jijo s jose" userId="cab8b8cb0814cb76" providerId="LiveId" clId="{AC586C70-ACC0-4326-A8D8-4C1C8420832C}" dt="2025-08-20T04:57:23.556" v="20" actId="1076"/>
          <ac:spMkLst>
            <pc:docMk/>
            <pc:sldMk cId="0" sldId="273"/>
            <ac:spMk id="2" creationId="{00000000-0000-0000-0000-000000000000}"/>
          </ac:spMkLst>
        </pc:spChg>
        <pc:spChg chg="add">
          <ac:chgData name="jijo s jose" userId="cab8b8cb0814cb76" providerId="LiveId" clId="{AC586C70-ACC0-4326-A8D8-4C1C8420832C}" dt="2025-08-20T04:57:03.909" v="16" actId="26606"/>
          <ac:spMkLst>
            <pc:docMk/>
            <pc:sldMk cId="0" sldId="273"/>
            <ac:spMk id="9" creationId="{2E442304-DDBD-4F7B-8017-36BCC863FB40}"/>
          </ac:spMkLst>
        </pc:spChg>
        <pc:spChg chg="add">
          <ac:chgData name="jijo s jose" userId="cab8b8cb0814cb76" providerId="LiveId" clId="{AC586C70-ACC0-4326-A8D8-4C1C8420832C}" dt="2025-08-20T04:57:03.909" v="16" actId="26606"/>
          <ac:spMkLst>
            <pc:docMk/>
            <pc:sldMk cId="0" sldId="273"/>
            <ac:spMk id="11" creationId="{5E107275-3853-46FD-A241-DE4355A42675}"/>
          </ac:spMkLst>
        </pc:spChg>
        <pc:graphicFrameChg chg="add">
          <ac:chgData name="jijo s jose" userId="cab8b8cb0814cb76" providerId="LiveId" clId="{AC586C70-ACC0-4326-A8D8-4C1C8420832C}" dt="2025-08-20T04:57:03.909" v="16" actId="26606"/>
          <ac:graphicFrameMkLst>
            <pc:docMk/>
            <pc:sldMk cId="0" sldId="273"/>
            <ac:graphicFrameMk id="5" creationId="{AB22872D-B500-75AC-DC1A-AD4CC83953ED}"/>
          </ac:graphicFrameMkLst>
        </pc:graphicFrameChg>
      </pc:sldChg>
      <pc:sldChg chg="addSp delSp modSp mod modTransition setBg">
        <pc:chgData name="jijo s jose" userId="cab8b8cb0814cb76" providerId="LiveId" clId="{AC586C70-ACC0-4326-A8D8-4C1C8420832C}" dt="2025-08-20T05:02:25.912" v="112"/>
        <pc:sldMkLst>
          <pc:docMk/>
          <pc:sldMk cId="0" sldId="274"/>
        </pc:sldMkLst>
        <pc:spChg chg="mod">
          <ac:chgData name="jijo s jose" userId="cab8b8cb0814cb76" providerId="LiveId" clId="{AC586C70-ACC0-4326-A8D8-4C1C8420832C}" dt="2025-08-20T05:01:24.979" v="105" actId="26606"/>
          <ac:spMkLst>
            <pc:docMk/>
            <pc:sldMk cId="0" sldId="274"/>
            <ac:spMk id="2" creationId="{00000000-0000-0000-0000-000000000000}"/>
          </ac:spMkLst>
        </pc:spChg>
        <pc:spChg chg="add">
          <ac:chgData name="jijo s jose" userId="cab8b8cb0814cb76" providerId="LiveId" clId="{AC586C70-ACC0-4326-A8D8-4C1C8420832C}" dt="2025-08-20T05:01:24.979" v="105" actId="26606"/>
          <ac:spMkLst>
            <pc:docMk/>
            <pc:sldMk cId="0" sldId="274"/>
            <ac:spMk id="13" creationId="{2E442304-DDBD-4F7B-8017-36BCC863FB40}"/>
          </ac:spMkLst>
        </pc:spChg>
        <pc:spChg chg="add">
          <ac:chgData name="jijo s jose" userId="cab8b8cb0814cb76" providerId="LiveId" clId="{AC586C70-ACC0-4326-A8D8-4C1C8420832C}" dt="2025-08-20T05:01:24.979" v="105" actId="26606"/>
          <ac:spMkLst>
            <pc:docMk/>
            <pc:sldMk cId="0" sldId="274"/>
            <ac:spMk id="14" creationId="{5E107275-3853-46FD-A241-DE4355A42675}"/>
          </ac:spMkLst>
        </pc:spChg>
        <pc:graphicFrameChg chg="add">
          <ac:chgData name="jijo s jose" userId="cab8b8cb0814cb76" providerId="LiveId" clId="{AC586C70-ACC0-4326-A8D8-4C1C8420832C}" dt="2025-08-20T05:01:24.979" v="105" actId="26606"/>
          <ac:graphicFrameMkLst>
            <pc:docMk/>
            <pc:sldMk cId="0" sldId="274"/>
            <ac:graphicFrameMk id="15" creationId="{6661A433-7FBF-EB7B-976B-84F55823F27F}"/>
          </ac:graphicFrameMkLst>
        </pc:graphicFrameChg>
      </pc:sldChg>
      <pc:sldChg chg="addSp delSp modSp mod modTransition setBg">
        <pc:chgData name="jijo s jose" userId="cab8b8cb0814cb76" providerId="LiveId" clId="{AC586C70-ACC0-4326-A8D8-4C1C8420832C}" dt="2025-08-20T05:02:25.912" v="112"/>
        <pc:sldMkLst>
          <pc:docMk/>
          <pc:sldMk cId="0" sldId="275"/>
        </pc:sldMkLst>
        <pc:spChg chg="mod">
          <ac:chgData name="jijo s jose" userId="cab8b8cb0814cb76" providerId="LiveId" clId="{AC586C70-ACC0-4326-A8D8-4C1C8420832C}" dt="2025-08-20T05:01:45.965" v="110" actId="26606"/>
          <ac:spMkLst>
            <pc:docMk/>
            <pc:sldMk cId="0" sldId="275"/>
            <ac:spMk id="2" creationId="{00000000-0000-0000-0000-000000000000}"/>
          </ac:spMkLst>
        </pc:spChg>
        <pc:spChg chg="add">
          <ac:chgData name="jijo s jose" userId="cab8b8cb0814cb76" providerId="LiveId" clId="{AC586C70-ACC0-4326-A8D8-4C1C8420832C}" dt="2025-08-20T05:01:45.965" v="110" actId="26606"/>
          <ac:spMkLst>
            <pc:docMk/>
            <pc:sldMk cId="0" sldId="275"/>
            <ac:spMk id="17" creationId="{B210AC1D-4063-4C6E-9528-FA9C4C0C18E6}"/>
          </ac:spMkLst>
        </pc:spChg>
        <pc:spChg chg="add">
          <ac:chgData name="jijo s jose" userId="cab8b8cb0814cb76" providerId="LiveId" clId="{AC586C70-ACC0-4326-A8D8-4C1C8420832C}" dt="2025-08-20T05:01:45.965" v="110" actId="26606"/>
          <ac:spMkLst>
            <pc:docMk/>
            <pc:sldMk cId="0" sldId="275"/>
            <ac:spMk id="18" creationId="{02F8C595-E68C-4306-AED8-DC7826A0A506}"/>
          </ac:spMkLst>
        </pc:spChg>
        <pc:spChg chg="add">
          <ac:chgData name="jijo s jose" userId="cab8b8cb0814cb76" providerId="LiveId" clId="{AC586C70-ACC0-4326-A8D8-4C1C8420832C}" dt="2025-08-20T05:01:45.965" v="110" actId="26606"/>
          <ac:spMkLst>
            <pc:docMk/>
            <pc:sldMk cId="0" sldId="275"/>
            <ac:spMk id="20" creationId="{00000000-0000-0000-0000-000000000000}"/>
          </ac:spMkLst>
        </pc:spChg>
        <pc:picChg chg="add">
          <ac:chgData name="jijo s jose" userId="cab8b8cb0814cb76" providerId="LiveId" clId="{AC586C70-ACC0-4326-A8D8-4C1C8420832C}" dt="2025-08-20T05:01:45.965" v="110" actId="26606"/>
          <ac:picMkLst>
            <pc:docMk/>
            <pc:sldMk cId="0" sldId="275"/>
            <ac:picMk id="19" creationId="{78F32F36-9513-FD88-2948-A892760768AC}"/>
          </ac:picMkLst>
        </pc:picChg>
      </pc:sldChg>
      <pc:sldChg chg="modTransition">
        <pc:chgData name="jijo s jose" userId="cab8b8cb0814cb76" providerId="LiveId" clId="{AC586C70-ACC0-4326-A8D8-4C1C8420832C}" dt="2025-08-20T05:02:25.912" v="112"/>
        <pc:sldMkLst>
          <pc:docMk/>
          <pc:sldMk cId="4274182970" sldId="276"/>
        </pc:sldMkLst>
      </pc:sldChg>
      <pc:sldMasterChg chg="modTransition modSldLayout">
        <pc:chgData name="jijo s jose" userId="cab8b8cb0814cb76" providerId="LiveId" clId="{AC586C70-ACC0-4326-A8D8-4C1C8420832C}" dt="2025-08-20T05:02:25.912" v="112"/>
        <pc:sldMasterMkLst>
          <pc:docMk/>
          <pc:sldMasterMk cId="2209977519" sldId="2147483648"/>
        </pc:sldMasterMkLst>
        <pc:sldLayoutChg chg="modTransition">
          <pc:chgData name="jijo s jose" userId="cab8b8cb0814cb76" providerId="LiveId" clId="{AC586C70-ACC0-4326-A8D8-4C1C8420832C}" dt="2025-08-20T05:02:25.912" v="112"/>
          <pc:sldLayoutMkLst>
            <pc:docMk/>
            <pc:sldMasterMk cId="2209977519" sldId="2147483648"/>
            <pc:sldLayoutMk cId="3168075583" sldId="2147483649"/>
          </pc:sldLayoutMkLst>
        </pc:sldLayoutChg>
        <pc:sldLayoutChg chg="modTransition">
          <pc:chgData name="jijo s jose" userId="cab8b8cb0814cb76" providerId="LiveId" clId="{AC586C70-ACC0-4326-A8D8-4C1C8420832C}" dt="2025-08-20T05:02:25.912" v="112"/>
          <pc:sldLayoutMkLst>
            <pc:docMk/>
            <pc:sldMasterMk cId="2209977519" sldId="2147483648"/>
            <pc:sldLayoutMk cId="2614314258" sldId="2147483650"/>
          </pc:sldLayoutMkLst>
        </pc:sldLayoutChg>
        <pc:sldLayoutChg chg="modTransition">
          <pc:chgData name="jijo s jose" userId="cab8b8cb0814cb76" providerId="LiveId" clId="{AC586C70-ACC0-4326-A8D8-4C1C8420832C}" dt="2025-08-20T05:02:25.912" v="112"/>
          <pc:sldLayoutMkLst>
            <pc:docMk/>
            <pc:sldMasterMk cId="2209977519" sldId="2147483648"/>
            <pc:sldLayoutMk cId="960648375" sldId="2147483651"/>
          </pc:sldLayoutMkLst>
        </pc:sldLayoutChg>
        <pc:sldLayoutChg chg="modTransition">
          <pc:chgData name="jijo s jose" userId="cab8b8cb0814cb76" providerId="LiveId" clId="{AC586C70-ACC0-4326-A8D8-4C1C8420832C}" dt="2025-08-20T05:02:25.912" v="112"/>
          <pc:sldLayoutMkLst>
            <pc:docMk/>
            <pc:sldMasterMk cId="2209977519" sldId="2147483648"/>
            <pc:sldLayoutMk cId="2782244947" sldId="2147483652"/>
          </pc:sldLayoutMkLst>
        </pc:sldLayoutChg>
        <pc:sldLayoutChg chg="modTransition">
          <pc:chgData name="jijo s jose" userId="cab8b8cb0814cb76" providerId="LiveId" clId="{AC586C70-ACC0-4326-A8D8-4C1C8420832C}" dt="2025-08-20T05:02:25.912" v="112"/>
          <pc:sldLayoutMkLst>
            <pc:docMk/>
            <pc:sldMasterMk cId="2209977519" sldId="2147483648"/>
            <pc:sldLayoutMk cId="990158736" sldId="2147483653"/>
          </pc:sldLayoutMkLst>
        </pc:sldLayoutChg>
        <pc:sldLayoutChg chg="modTransition">
          <pc:chgData name="jijo s jose" userId="cab8b8cb0814cb76" providerId="LiveId" clId="{AC586C70-ACC0-4326-A8D8-4C1C8420832C}" dt="2025-08-20T05:02:25.912" v="112"/>
          <pc:sldLayoutMkLst>
            <pc:docMk/>
            <pc:sldMasterMk cId="2209977519" sldId="2147483648"/>
            <pc:sldLayoutMk cId="727027711" sldId="2147483654"/>
          </pc:sldLayoutMkLst>
        </pc:sldLayoutChg>
        <pc:sldLayoutChg chg="modTransition">
          <pc:chgData name="jijo s jose" userId="cab8b8cb0814cb76" providerId="LiveId" clId="{AC586C70-ACC0-4326-A8D8-4C1C8420832C}" dt="2025-08-20T05:02:25.912" v="112"/>
          <pc:sldLayoutMkLst>
            <pc:docMk/>
            <pc:sldMasterMk cId="2209977519" sldId="2147483648"/>
            <pc:sldLayoutMk cId="1212999818" sldId="2147483655"/>
          </pc:sldLayoutMkLst>
        </pc:sldLayoutChg>
        <pc:sldLayoutChg chg="modTransition">
          <pc:chgData name="jijo s jose" userId="cab8b8cb0814cb76" providerId="LiveId" clId="{AC586C70-ACC0-4326-A8D8-4C1C8420832C}" dt="2025-08-20T05:02:25.912" v="112"/>
          <pc:sldLayoutMkLst>
            <pc:docMk/>
            <pc:sldMasterMk cId="2209977519" sldId="2147483648"/>
            <pc:sldLayoutMk cId="1840726560" sldId="2147483656"/>
          </pc:sldLayoutMkLst>
        </pc:sldLayoutChg>
        <pc:sldLayoutChg chg="modTransition">
          <pc:chgData name="jijo s jose" userId="cab8b8cb0814cb76" providerId="LiveId" clId="{AC586C70-ACC0-4326-A8D8-4C1C8420832C}" dt="2025-08-20T05:02:25.912" v="112"/>
          <pc:sldLayoutMkLst>
            <pc:docMk/>
            <pc:sldMasterMk cId="2209977519" sldId="2147483648"/>
            <pc:sldLayoutMk cId="3889236939" sldId="2147483657"/>
          </pc:sldLayoutMkLst>
        </pc:sldLayoutChg>
        <pc:sldLayoutChg chg="modTransition">
          <pc:chgData name="jijo s jose" userId="cab8b8cb0814cb76" providerId="LiveId" clId="{AC586C70-ACC0-4326-A8D8-4C1C8420832C}" dt="2025-08-20T05:02:25.912" v="112"/>
          <pc:sldLayoutMkLst>
            <pc:docMk/>
            <pc:sldMasterMk cId="2209977519" sldId="2147483648"/>
            <pc:sldLayoutMk cId="2910927964" sldId="2147483658"/>
          </pc:sldLayoutMkLst>
        </pc:sldLayoutChg>
        <pc:sldLayoutChg chg="modTransition">
          <pc:chgData name="jijo s jose" userId="cab8b8cb0814cb76" providerId="LiveId" clId="{AC586C70-ACC0-4326-A8D8-4C1C8420832C}" dt="2025-08-20T05:02:25.912" v="112"/>
          <pc:sldLayoutMkLst>
            <pc:docMk/>
            <pc:sldMasterMk cId="2209977519" sldId="2147483648"/>
            <pc:sldLayoutMk cId="3612223792" sldId="2147483659"/>
          </pc:sldLayoutMkLst>
        </pc:sldLayoutChg>
      </pc:sldMasterChg>
    </pc:docChg>
  </pc:docChgLst>
  <pc:docChgLst>
    <pc:chgData name="jijo s jose" userId="cab8b8cb0814cb76" providerId="LiveId" clId="{54B49049-AB81-455C-9E3C-A6DD931E9E4B}"/>
    <pc:docChg chg="delSld">
      <pc:chgData name="jijo s jose" userId="cab8b8cb0814cb76" providerId="LiveId" clId="{54B49049-AB81-455C-9E3C-A6DD931E9E4B}" dt="2025-09-18T15:36:48.626" v="2" actId="2696"/>
      <pc:docMkLst>
        <pc:docMk/>
      </pc:docMkLst>
      <pc:sldChg chg="del">
        <pc:chgData name="jijo s jose" userId="cab8b8cb0814cb76" providerId="LiveId" clId="{54B49049-AB81-455C-9E3C-A6DD931E9E4B}" dt="2025-09-18T15:36:48.626" v="2" actId="2696"/>
        <pc:sldMkLst>
          <pc:docMk/>
          <pc:sldMk cId="0" sldId="267"/>
        </pc:sldMkLst>
      </pc:sldChg>
      <pc:sldChg chg="del">
        <pc:chgData name="jijo s jose" userId="cab8b8cb0814cb76" providerId="LiveId" clId="{54B49049-AB81-455C-9E3C-A6DD931E9E4B}" dt="2025-09-18T15:36:45.652" v="1" actId="2696"/>
        <pc:sldMkLst>
          <pc:docMk/>
          <pc:sldMk cId="0" sldId="268"/>
        </pc:sldMkLst>
      </pc:sldChg>
      <pc:sldChg chg="del">
        <pc:chgData name="jijo s jose" userId="cab8b8cb0814cb76" providerId="LiveId" clId="{54B49049-AB81-455C-9E3C-A6DD931E9E4B}" dt="2025-09-18T15:36:38.236" v="0" actId="2696"/>
        <pc:sldMkLst>
          <pc:docMk/>
          <pc:sldMk cId="0" sldId="269"/>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0D828D-5F43-4886-B4E1-3EBD2643EDF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7BF3E66-03E5-4283-81B8-B90EB6C79627}">
      <dgm:prSet/>
      <dgm:spPr/>
      <dgm:t>
        <a:bodyPr/>
        <a:lstStyle/>
        <a:p>
          <a:r>
            <a:rPr lang="en-US"/>
            <a:t>Existing works focus on individual modules.</a:t>
          </a:r>
        </a:p>
      </dgm:t>
    </dgm:pt>
    <dgm:pt modelId="{B0E3F96D-4201-437B-BBD9-9949CA97AAA7}" type="parTrans" cxnId="{4C246650-5333-4207-94A4-D59A08D856BA}">
      <dgm:prSet/>
      <dgm:spPr/>
      <dgm:t>
        <a:bodyPr/>
        <a:lstStyle/>
        <a:p>
          <a:endParaRPr lang="en-US"/>
        </a:p>
      </dgm:t>
    </dgm:pt>
    <dgm:pt modelId="{86D81268-37C2-498D-AA6A-C33147DFA341}" type="sibTrans" cxnId="{4C246650-5333-4207-94A4-D59A08D856BA}">
      <dgm:prSet/>
      <dgm:spPr/>
      <dgm:t>
        <a:bodyPr/>
        <a:lstStyle/>
        <a:p>
          <a:endParaRPr lang="en-US"/>
        </a:p>
      </dgm:t>
    </dgm:pt>
    <dgm:pt modelId="{2E8100F2-4514-4595-8127-B2972B954F3E}">
      <dgm:prSet/>
      <dgm:spPr/>
      <dgm:t>
        <a:bodyPr/>
        <a:lstStyle/>
        <a:p>
          <a:r>
            <a:rPr lang="en-US"/>
            <a:t>Few integrate quizzes with event management.</a:t>
          </a:r>
        </a:p>
      </dgm:t>
    </dgm:pt>
    <dgm:pt modelId="{A0C34550-C117-4304-A354-4BCD0C5B805B}" type="parTrans" cxnId="{34F9634B-3579-4F77-B674-1AC5CEFF8535}">
      <dgm:prSet/>
      <dgm:spPr/>
      <dgm:t>
        <a:bodyPr/>
        <a:lstStyle/>
        <a:p>
          <a:endParaRPr lang="en-US"/>
        </a:p>
      </dgm:t>
    </dgm:pt>
    <dgm:pt modelId="{4679BF97-BCDC-4876-B314-FD9345CB3AB8}" type="sibTrans" cxnId="{34F9634B-3579-4F77-B674-1AC5CEFF8535}">
      <dgm:prSet/>
      <dgm:spPr/>
      <dgm:t>
        <a:bodyPr/>
        <a:lstStyle/>
        <a:p>
          <a:endParaRPr lang="en-US"/>
        </a:p>
      </dgm:t>
    </dgm:pt>
    <dgm:pt modelId="{099EDE67-E524-4C22-8ABE-DD4621580CC9}">
      <dgm:prSet/>
      <dgm:spPr/>
      <dgm:t>
        <a:bodyPr/>
        <a:lstStyle/>
        <a:p>
          <a:r>
            <a:rPr lang="en-US"/>
            <a:t>Lack of automation in certificate generation &amp; verification.</a:t>
          </a:r>
        </a:p>
      </dgm:t>
    </dgm:pt>
    <dgm:pt modelId="{6D652877-31FB-4122-A711-DE711C295F43}" type="parTrans" cxnId="{B1AF4CE3-EF98-4408-A443-6C89275252D3}">
      <dgm:prSet/>
      <dgm:spPr/>
      <dgm:t>
        <a:bodyPr/>
        <a:lstStyle/>
        <a:p>
          <a:endParaRPr lang="en-US"/>
        </a:p>
      </dgm:t>
    </dgm:pt>
    <dgm:pt modelId="{7CDF6F13-AF54-4063-B9EC-506D6822CE8C}" type="sibTrans" cxnId="{B1AF4CE3-EF98-4408-A443-6C89275252D3}">
      <dgm:prSet/>
      <dgm:spPr/>
      <dgm:t>
        <a:bodyPr/>
        <a:lstStyle/>
        <a:p>
          <a:endParaRPr lang="en-US"/>
        </a:p>
      </dgm:t>
    </dgm:pt>
    <dgm:pt modelId="{8D86D55F-9343-4A2A-9FCA-EE01212BD881}">
      <dgm:prSet/>
      <dgm:spPr/>
      <dgm:t>
        <a:bodyPr/>
        <a:lstStyle/>
        <a:p>
          <a:r>
            <a:rPr lang="en-US"/>
            <a:t>Limited alumni &amp; public engagement.</a:t>
          </a:r>
        </a:p>
      </dgm:t>
    </dgm:pt>
    <dgm:pt modelId="{E2BBC1B5-3FAC-46F1-BF7D-7E1339026876}" type="parTrans" cxnId="{7931D18C-E113-48A8-8201-7F29739FAC1D}">
      <dgm:prSet/>
      <dgm:spPr/>
      <dgm:t>
        <a:bodyPr/>
        <a:lstStyle/>
        <a:p>
          <a:endParaRPr lang="en-US"/>
        </a:p>
      </dgm:t>
    </dgm:pt>
    <dgm:pt modelId="{5C926830-F02B-411D-B0EF-3C18991DB477}" type="sibTrans" cxnId="{7931D18C-E113-48A8-8201-7F29739FAC1D}">
      <dgm:prSet/>
      <dgm:spPr/>
      <dgm:t>
        <a:bodyPr/>
        <a:lstStyle/>
        <a:p>
          <a:endParaRPr lang="en-US"/>
        </a:p>
      </dgm:t>
    </dgm:pt>
    <dgm:pt modelId="{8BDC8892-16F5-4371-B090-741AD5EFC425}" type="pres">
      <dgm:prSet presAssocID="{FC0D828D-5F43-4886-B4E1-3EBD2643EDF8}" presName="linear" presStyleCnt="0">
        <dgm:presLayoutVars>
          <dgm:animLvl val="lvl"/>
          <dgm:resizeHandles val="exact"/>
        </dgm:presLayoutVars>
      </dgm:prSet>
      <dgm:spPr/>
    </dgm:pt>
    <dgm:pt modelId="{45B1738A-B4C8-4CFA-8E5E-76CDE69824A2}" type="pres">
      <dgm:prSet presAssocID="{87BF3E66-03E5-4283-81B8-B90EB6C79627}" presName="parentText" presStyleLbl="node1" presStyleIdx="0" presStyleCnt="4">
        <dgm:presLayoutVars>
          <dgm:chMax val="0"/>
          <dgm:bulletEnabled val="1"/>
        </dgm:presLayoutVars>
      </dgm:prSet>
      <dgm:spPr/>
    </dgm:pt>
    <dgm:pt modelId="{E17AAD21-6C79-4E36-A9ED-226CBDBDE740}" type="pres">
      <dgm:prSet presAssocID="{86D81268-37C2-498D-AA6A-C33147DFA341}" presName="spacer" presStyleCnt="0"/>
      <dgm:spPr/>
    </dgm:pt>
    <dgm:pt modelId="{CB50D1B4-B0C9-4E7C-AEF5-302E69BD63E5}" type="pres">
      <dgm:prSet presAssocID="{2E8100F2-4514-4595-8127-B2972B954F3E}" presName="parentText" presStyleLbl="node1" presStyleIdx="1" presStyleCnt="4">
        <dgm:presLayoutVars>
          <dgm:chMax val="0"/>
          <dgm:bulletEnabled val="1"/>
        </dgm:presLayoutVars>
      </dgm:prSet>
      <dgm:spPr/>
    </dgm:pt>
    <dgm:pt modelId="{E6B1E6B1-E8C8-4E79-88D5-BCEB56667589}" type="pres">
      <dgm:prSet presAssocID="{4679BF97-BCDC-4876-B314-FD9345CB3AB8}" presName="spacer" presStyleCnt="0"/>
      <dgm:spPr/>
    </dgm:pt>
    <dgm:pt modelId="{91F27390-76CA-4D29-B274-F25844238A9A}" type="pres">
      <dgm:prSet presAssocID="{099EDE67-E524-4C22-8ABE-DD4621580CC9}" presName="parentText" presStyleLbl="node1" presStyleIdx="2" presStyleCnt="4">
        <dgm:presLayoutVars>
          <dgm:chMax val="0"/>
          <dgm:bulletEnabled val="1"/>
        </dgm:presLayoutVars>
      </dgm:prSet>
      <dgm:spPr/>
    </dgm:pt>
    <dgm:pt modelId="{F8A4122A-A7BA-40F5-B5A0-334C077A3CCF}" type="pres">
      <dgm:prSet presAssocID="{7CDF6F13-AF54-4063-B9EC-506D6822CE8C}" presName="spacer" presStyleCnt="0"/>
      <dgm:spPr/>
    </dgm:pt>
    <dgm:pt modelId="{FB65A222-D8C6-4029-BB37-4DF9AA56200D}" type="pres">
      <dgm:prSet presAssocID="{8D86D55F-9343-4A2A-9FCA-EE01212BD881}" presName="parentText" presStyleLbl="node1" presStyleIdx="3" presStyleCnt="4">
        <dgm:presLayoutVars>
          <dgm:chMax val="0"/>
          <dgm:bulletEnabled val="1"/>
        </dgm:presLayoutVars>
      </dgm:prSet>
      <dgm:spPr/>
    </dgm:pt>
  </dgm:ptLst>
  <dgm:cxnLst>
    <dgm:cxn modelId="{0387952E-2C9F-42FC-AEB6-4A5CE10261FE}" type="presOf" srcId="{2E8100F2-4514-4595-8127-B2972B954F3E}" destId="{CB50D1B4-B0C9-4E7C-AEF5-302E69BD63E5}" srcOrd="0" destOrd="0" presId="urn:microsoft.com/office/officeart/2005/8/layout/vList2"/>
    <dgm:cxn modelId="{5DDFA634-AA42-4F98-81F9-1D53FF6AAD0C}" type="presOf" srcId="{8D86D55F-9343-4A2A-9FCA-EE01212BD881}" destId="{FB65A222-D8C6-4029-BB37-4DF9AA56200D}" srcOrd="0" destOrd="0" presId="urn:microsoft.com/office/officeart/2005/8/layout/vList2"/>
    <dgm:cxn modelId="{4AFD2243-92D8-4288-902A-2838106BA87D}" type="presOf" srcId="{FC0D828D-5F43-4886-B4E1-3EBD2643EDF8}" destId="{8BDC8892-16F5-4371-B090-741AD5EFC425}" srcOrd="0" destOrd="0" presId="urn:microsoft.com/office/officeart/2005/8/layout/vList2"/>
    <dgm:cxn modelId="{34F9634B-3579-4F77-B674-1AC5CEFF8535}" srcId="{FC0D828D-5F43-4886-B4E1-3EBD2643EDF8}" destId="{2E8100F2-4514-4595-8127-B2972B954F3E}" srcOrd="1" destOrd="0" parTransId="{A0C34550-C117-4304-A354-4BCD0C5B805B}" sibTransId="{4679BF97-BCDC-4876-B314-FD9345CB3AB8}"/>
    <dgm:cxn modelId="{4C246650-5333-4207-94A4-D59A08D856BA}" srcId="{FC0D828D-5F43-4886-B4E1-3EBD2643EDF8}" destId="{87BF3E66-03E5-4283-81B8-B90EB6C79627}" srcOrd="0" destOrd="0" parTransId="{B0E3F96D-4201-437B-BBD9-9949CA97AAA7}" sibTransId="{86D81268-37C2-498D-AA6A-C33147DFA341}"/>
    <dgm:cxn modelId="{7931D18C-E113-48A8-8201-7F29739FAC1D}" srcId="{FC0D828D-5F43-4886-B4E1-3EBD2643EDF8}" destId="{8D86D55F-9343-4A2A-9FCA-EE01212BD881}" srcOrd="3" destOrd="0" parTransId="{E2BBC1B5-3FAC-46F1-BF7D-7E1339026876}" sibTransId="{5C926830-F02B-411D-B0EF-3C18991DB477}"/>
    <dgm:cxn modelId="{6B443193-222E-45A2-9740-4BE06C16D513}" type="presOf" srcId="{87BF3E66-03E5-4283-81B8-B90EB6C79627}" destId="{45B1738A-B4C8-4CFA-8E5E-76CDE69824A2}" srcOrd="0" destOrd="0" presId="urn:microsoft.com/office/officeart/2005/8/layout/vList2"/>
    <dgm:cxn modelId="{0EF18CB9-4F72-44C6-BF72-9F5A15613DFD}" type="presOf" srcId="{099EDE67-E524-4C22-8ABE-DD4621580CC9}" destId="{91F27390-76CA-4D29-B274-F25844238A9A}" srcOrd="0" destOrd="0" presId="urn:microsoft.com/office/officeart/2005/8/layout/vList2"/>
    <dgm:cxn modelId="{B1AF4CE3-EF98-4408-A443-6C89275252D3}" srcId="{FC0D828D-5F43-4886-B4E1-3EBD2643EDF8}" destId="{099EDE67-E524-4C22-8ABE-DD4621580CC9}" srcOrd="2" destOrd="0" parTransId="{6D652877-31FB-4122-A711-DE711C295F43}" sibTransId="{7CDF6F13-AF54-4063-B9EC-506D6822CE8C}"/>
    <dgm:cxn modelId="{A66934FD-0EDF-4A34-978F-C7DE9031A295}" type="presParOf" srcId="{8BDC8892-16F5-4371-B090-741AD5EFC425}" destId="{45B1738A-B4C8-4CFA-8E5E-76CDE69824A2}" srcOrd="0" destOrd="0" presId="urn:microsoft.com/office/officeart/2005/8/layout/vList2"/>
    <dgm:cxn modelId="{FACA81CF-3871-4633-A7FB-4B967AC80DAE}" type="presParOf" srcId="{8BDC8892-16F5-4371-B090-741AD5EFC425}" destId="{E17AAD21-6C79-4E36-A9ED-226CBDBDE740}" srcOrd="1" destOrd="0" presId="urn:microsoft.com/office/officeart/2005/8/layout/vList2"/>
    <dgm:cxn modelId="{F68010D0-6A15-4FDD-BE81-8A7C520F6B9B}" type="presParOf" srcId="{8BDC8892-16F5-4371-B090-741AD5EFC425}" destId="{CB50D1B4-B0C9-4E7C-AEF5-302E69BD63E5}" srcOrd="2" destOrd="0" presId="urn:microsoft.com/office/officeart/2005/8/layout/vList2"/>
    <dgm:cxn modelId="{E1625D2B-8C29-49EF-A2DE-548030ADB772}" type="presParOf" srcId="{8BDC8892-16F5-4371-B090-741AD5EFC425}" destId="{E6B1E6B1-E8C8-4E79-88D5-BCEB56667589}" srcOrd="3" destOrd="0" presId="urn:microsoft.com/office/officeart/2005/8/layout/vList2"/>
    <dgm:cxn modelId="{DD9BE038-4184-4459-B460-F7E4DF97E4B0}" type="presParOf" srcId="{8BDC8892-16F5-4371-B090-741AD5EFC425}" destId="{91F27390-76CA-4D29-B274-F25844238A9A}" srcOrd="4" destOrd="0" presId="urn:microsoft.com/office/officeart/2005/8/layout/vList2"/>
    <dgm:cxn modelId="{A2D42B17-3E51-4A29-AD1F-A54F1294BEBC}" type="presParOf" srcId="{8BDC8892-16F5-4371-B090-741AD5EFC425}" destId="{F8A4122A-A7BA-40F5-B5A0-334C077A3CCF}" srcOrd="5" destOrd="0" presId="urn:microsoft.com/office/officeart/2005/8/layout/vList2"/>
    <dgm:cxn modelId="{EDF49F48-AFA1-4472-86EB-B9E6AF820717}" type="presParOf" srcId="{8BDC8892-16F5-4371-B090-741AD5EFC425}" destId="{FB65A222-D8C6-4029-BB37-4DF9AA56200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7781A9D-4956-4695-B6C4-D65EFDE814C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25B5539-5C98-4BFA-B2B4-8D13DF6C5DC1}">
      <dgm:prSet/>
      <dgm:spPr/>
      <dgm:t>
        <a:bodyPr/>
        <a:lstStyle/>
        <a:p>
          <a:r>
            <a:rPr lang="en-US"/>
            <a:t>The project provides a scalable, secure, and efficient solution for event &amp; quiz management.</a:t>
          </a:r>
        </a:p>
      </dgm:t>
    </dgm:pt>
    <dgm:pt modelId="{675846AB-CBA4-437D-A440-EBDA5FB9EBD0}" type="parTrans" cxnId="{CFBAABA5-34A1-434C-AF71-A9840C878CAB}">
      <dgm:prSet/>
      <dgm:spPr/>
      <dgm:t>
        <a:bodyPr/>
        <a:lstStyle/>
        <a:p>
          <a:endParaRPr lang="en-US"/>
        </a:p>
      </dgm:t>
    </dgm:pt>
    <dgm:pt modelId="{4C748027-1D16-4A11-A246-96D2CD78145B}" type="sibTrans" cxnId="{CFBAABA5-34A1-434C-AF71-A9840C878CAB}">
      <dgm:prSet/>
      <dgm:spPr/>
      <dgm:t>
        <a:bodyPr/>
        <a:lstStyle/>
        <a:p>
          <a:endParaRPr lang="en-US"/>
        </a:p>
      </dgm:t>
    </dgm:pt>
    <dgm:pt modelId="{028847A5-A3BD-4C1D-A1F7-F9743BDB67B4}">
      <dgm:prSet/>
      <dgm:spPr/>
      <dgm:t>
        <a:bodyPr/>
        <a:lstStyle/>
        <a:p>
          <a:r>
            <a:rPr lang="en-US" dirty="0"/>
            <a:t>It addresses current limitations and is ready for next phase.</a:t>
          </a:r>
        </a:p>
      </dgm:t>
    </dgm:pt>
    <dgm:pt modelId="{733AE477-A943-490A-9F94-D9504784A2DF}" type="parTrans" cxnId="{7CECE5AD-CADF-4DEB-9E8E-8D83AD119AF4}">
      <dgm:prSet/>
      <dgm:spPr/>
      <dgm:t>
        <a:bodyPr/>
        <a:lstStyle/>
        <a:p>
          <a:endParaRPr lang="en-US"/>
        </a:p>
      </dgm:t>
    </dgm:pt>
    <dgm:pt modelId="{571255D6-17E3-4E63-BA3B-B0FCF78F0EBB}" type="sibTrans" cxnId="{7CECE5AD-CADF-4DEB-9E8E-8D83AD119AF4}">
      <dgm:prSet/>
      <dgm:spPr/>
      <dgm:t>
        <a:bodyPr/>
        <a:lstStyle/>
        <a:p>
          <a:endParaRPr lang="en-US"/>
        </a:p>
      </dgm:t>
    </dgm:pt>
    <dgm:pt modelId="{9109C206-55B6-4AFF-996E-CA2EABED79C9}" type="pres">
      <dgm:prSet presAssocID="{F7781A9D-4956-4695-B6C4-D65EFDE814CB}" presName="linear" presStyleCnt="0">
        <dgm:presLayoutVars>
          <dgm:animLvl val="lvl"/>
          <dgm:resizeHandles val="exact"/>
        </dgm:presLayoutVars>
      </dgm:prSet>
      <dgm:spPr/>
    </dgm:pt>
    <dgm:pt modelId="{2648893A-6171-4C4F-BA37-6715ACB1399D}" type="pres">
      <dgm:prSet presAssocID="{725B5539-5C98-4BFA-B2B4-8D13DF6C5DC1}" presName="parentText" presStyleLbl="node1" presStyleIdx="0" presStyleCnt="2">
        <dgm:presLayoutVars>
          <dgm:chMax val="0"/>
          <dgm:bulletEnabled val="1"/>
        </dgm:presLayoutVars>
      </dgm:prSet>
      <dgm:spPr/>
    </dgm:pt>
    <dgm:pt modelId="{141E3F12-7CB9-490C-8E19-F61800DA0A21}" type="pres">
      <dgm:prSet presAssocID="{4C748027-1D16-4A11-A246-96D2CD78145B}" presName="spacer" presStyleCnt="0"/>
      <dgm:spPr/>
    </dgm:pt>
    <dgm:pt modelId="{755439FA-6B21-43EB-A3E8-FE72A430AB5B}" type="pres">
      <dgm:prSet presAssocID="{028847A5-A3BD-4C1D-A1F7-F9743BDB67B4}" presName="parentText" presStyleLbl="node1" presStyleIdx="1" presStyleCnt="2">
        <dgm:presLayoutVars>
          <dgm:chMax val="0"/>
          <dgm:bulletEnabled val="1"/>
        </dgm:presLayoutVars>
      </dgm:prSet>
      <dgm:spPr/>
    </dgm:pt>
  </dgm:ptLst>
  <dgm:cxnLst>
    <dgm:cxn modelId="{5FBCAD25-F043-4D7B-805B-7BFE92339EF6}" type="presOf" srcId="{028847A5-A3BD-4C1D-A1F7-F9743BDB67B4}" destId="{755439FA-6B21-43EB-A3E8-FE72A430AB5B}" srcOrd="0" destOrd="0" presId="urn:microsoft.com/office/officeart/2005/8/layout/vList2"/>
    <dgm:cxn modelId="{29CF4B9D-5881-40E7-850D-D395BC300ECA}" type="presOf" srcId="{F7781A9D-4956-4695-B6C4-D65EFDE814CB}" destId="{9109C206-55B6-4AFF-996E-CA2EABED79C9}" srcOrd="0" destOrd="0" presId="urn:microsoft.com/office/officeart/2005/8/layout/vList2"/>
    <dgm:cxn modelId="{CFBAABA5-34A1-434C-AF71-A9840C878CAB}" srcId="{F7781A9D-4956-4695-B6C4-D65EFDE814CB}" destId="{725B5539-5C98-4BFA-B2B4-8D13DF6C5DC1}" srcOrd="0" destOrd="0" parTransId="{675846AB-CBA4-437D-A440-EBDA5FB9EBD0}" sibTransId="{4C748027-1D16-4A11-A246-96D2CD78145B}"/>
    <dgm:cxn modelId="{7CECE5AD-CADF-4DEB-9E8E-8D83AD119AF4}" srcId="{F7781A9D-4956-4695-B6C4-D65EFDE814CB}" destId="{028847A5-A3BD-4C1D-A1F7-F9743BDB67B4}" srcOrd="1" destOrd="0" parTransId="{733AE477-A943-490A-9F94-D9504784A2DF}" sibTransId="{571255D6-17E3-4E63-BA3B-B0FCF78F0EBB}"/>
    <dgm:cxn modelId="{4156F3C3-1AF1-491A-A5FB-4F97A5B78111}" type="presOf" srcId="{725B5539-5C98-4BFA-B2B4-8D13DF6C5DC1}" destId="{2648893A-6171-4C4F-BA37-6715ACB1399D}" srcOrd="0" destOrd="0" presId="urn:microsoft.com/office/officeart/2005/8/layout/vList2"/>
    <dgm:cxn modelId="{598E4E99-26FD-4381-AFC9-8F9961EFE685}" type="presParOf" srcId="{9109C206-55B6-4AFF-996E-CA2EABED79C9}" destId="{2648893A-6171-4C4F-BA37-6715ACB1399D}" srcOrd="0" destOrd="0" presId="urn:microsoft.com/office/officeart/2005/8/layout/vList2"/>
    <dgm:cxn modelId="{FC77C850-352D-4E04-B517-96F79E9F9083}" type="presParOf" srcId="{9109C206-55B6-4AFF-996E-CA2EABED79C9}" destId="{141E3F12-7CB9-490C-8E19-F61800DA0A21}" srcOrd="1" destOrd="0" presId="urn:microsoft.com/office/officeart/2005/8/layout/vList2"/>
    <dgm:cxn modelId="{A42DCAF5-C324-4E34-84BF-3451DFB2F67C}" type="presParOf" srcId="{9109C206-55B6-4AFF-996E-CA2EABED79C9}" destId="{755439FA-6B21-43EB-A3E8-FE72A430AB5B}"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B1738A-B4C8-4CFA-8E5E-76CDE69824A2}">
      <dsp:nvSpPr>
        <dsp:cNvPr id="0" name=""/>
        <dsp:cNvSpPr/>
      </dsp:nvSpPr>
      <dsp:spPr>
        <a:xfrm>
          <a:off x="0" y="335550"/>
          <a:ext cx="5175384" cy="115362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Existing works focus on individual modules.</a:t>
          </a:r>
        </a:p>
      </dsp:txBody>
      <dsp:txXfrm>
        <a:off x="56315" y="391865"/>
        <a:ext cx="5062754" cy="1040990"/>
      </dsp:txXfrm>
    </dsp:sp>
    <dsp:sp modelId="{CB50D1B4-B0C9-4E7C-AEF5-302E69BD63E5}">
      <dsp:nvSpPr>
        <dsp:cNvPr id="0" name=""/>
        <dsp:cNvSpPr/>
      </dsp:nvSpPr>
      <dsp:spPr>
        <a:xfrm>
          <a:off x="0" y="1572690"/>
          <a:ext cx="5175384" cy="1153620"/>
        </a:xfrm>
        <a:prstGeom prst="roundRect">
          <a:avLst/>
        </a:prstGeom>
        <a:solidFill>
          <a:schemeClr val="accent2">
            <a:hueOff val="1560507"/>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Few integrate quizzes with event management.</a:t>
          </a:r>
        </a:p>
      </dsp:txBody>
      <dsp:txXfrm>
        <a:off x="56315" y="1629005"/>
        <a:ext cx="5062754" cy="1040990"/>
      </dsp:txXfrm>
    </dsp:sp>
    <dsp:sp modelId="{91F27390-76CA-4D29-B274-F25844238A9A}">
      <dsp:nvSpPr>
        <dsp:cNvPr id="0" name=""/>
        <dsp:cNvSpPr/>
      </dsp:nvSpPr>
      <dsp:spPr>
        <a:xfrm>
          <a:off x="0" y="2809830"/>
          <a:ext cx="5175384" cy="1153620"/>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Lack of automation in certificate generation &amp; verification.</a:t>
          </a:r>
        </a:p>
      </dsp:txBody>
      <dsp:txXfrm>
        <a:off x="56315" y="2866145"/>
        <a:ext cx="5062754" cy="1040990"/>
      </dsp:txXfrm>
    </dsp:sp>
    <dsp:sp modelId="{FB65A222-D8C6-4029-BB37-4DF9AA56200D}">
      <dsp:nvSpPr>
        <dsp:cNvPr id="0" name=""/>
        <dsp:cNvSpPr/>
      </dsp:nvSpPr>
      <dsp:spPr>
        <a:xfrm>
          <a:off x="0" y="4046970"/>
          <a:ext cx="5175384" cy="1153620"/>
        </a:xfrm>
        <a:prstGeom prst="round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Limited alumni &amp; public engagement.</a:t>
          </a:r>
        </a:p>
      </dsp:txBody>
      <dsp:txXfrm>
        <a:off x="56315" y="4103285"/>
        <a:ext cx="5062754" cy="10409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8893A-6171-4C4F-BA37-6715ACB1399D}">
      <dsp:nvSpPr>
        <dsp:cNvPr id="0" name=""/>
        <dsp:cNvSpPr/>
      </dsp:nvSpPr>
      <dsp:spPr>
        <a:xfrm>
          <a:off x="0" y="292530"/>
          <a:ext cx="5175384" cy="242657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The project provides a scalable, secure, and efficient solution for event &amp; quiz management.</a:t>
          </a:r>
        </a:p>
      </dsp:txBody>
      <dsp:txXfrm>
        <a:off x="118456" y="410986"/>
        <a:ext cx="4938472" cy="2189667"/>
      </dsp:txXfrm>
    </dsp:sp>
    <dsp:sp modelId="{755439FA-6B21-43EB-A3E8-FE72A430AB5B}">
      <dsp:nvSpPr>
        <dsp:cNvPr id="0" name=""/>
        <dsp:cNvSpPr/>
      </dsp:nvSpPr>
      <dsp:spPr>
        <a:xfrm>
          <a:off x="0" y="2817030"/>
          <a:ext cx="5175384" cy="2426579"/>
        </a:xfrm>
        <a:prstGeom prst="round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It addresses current limitations and is ready for next phase.</a:t>
          </a:r>
        </a:p>
      </dsp:txBody>
      <dsp:txXfrm>
        <a:off x="118456" y="2935486"/>
        <a:ext cx="4938472" cy="218966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B36F400F-DF28-43BC-8D8E-4929793B3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28650" y="668377"/>
            <a:ext cx="7886700" cy="1325563"/>
          </a:xfrm>
        </p:spPr>
        <p:txBody>
          <a:bodyPr vert="horz" lIns="91440" tIns="45720" rIns="91440" bIns="45720" rtlCol="0" anchor="ctr">
            <a:normAutofit/>
          </a:bodyPr>
          <a:lstStyle/>
          <a:p>
            <a:pPr algn="l" defTabSz="914400">
              <a:lnSpc>
                <a:spcPct val="90000"/>
              </a:lnSpc>
            </a:pPr>
            <a:r>
              <a:rPr lang="en-US" b="1" u="sng" kern="1200" dirty="0">
                <a:solidFill>
                  <a:schemeClr val="tx1"/>
                </a:solidFill>
                <a:effectLst>
                  <a:outerShdw blurRad="38100" dist="38100" dir="2700000" algn="tl">
                    <a:srgbClr val="000000">
                      <a:alpha val="43137"/>
                    </a:srgbClr>
                  </a:outerShdw>
                </a:effectLst>
                <a:latin typeface="+mj-lt"/>
                <a:ea typeface="+mj-ea"/>
                <a:cs typeface="+mj-cs"/>
              </a:rPr>
              <a:t>COLLEGE EVENT MANAGEMENT &amp; QUIZ WEBSITE FOR CHESA</a:t>
            </a:r>
          </a:p>
        </p:txBody>
      </p:sp>
      <p:sp>
        <p:nvSpPr>
          <p:cNvPr id="3" name="Subtitle 2"/>
          <p:cNvSpPr>
            <a:spLocks noGrp="1"/>
          </p:cNvSpPr>
          <p:nvPr>
            <p:ph type="subTitle" idx="1"/>
          </p:nvPr>
        </p:nvSpPr>
        <p:spPr>
          <a:xfrm>
            <a:off x="532355" y="2177456"/>
            <a:ext cx="7886700" cy="3795748"/>
          </a:xfrm>
        </p:spPr>
        <p:txBody>
          <a:bodyPr vert="horz" lIns="91440" tIns="45720" rIns="91440" bIns="45720" rtlCol="0">
            <a:normAutofit/>
          </a:bodyPr>
          <a:lstStyle/>
          <a:p>
            <a:pPr defTabSz="914400">
              <a:lnSpc>
                <a:spcPct val="90000"/>
              </a:lnSpc>
            </a:pPr>
            <a:r>
              <a:rPr lang="en-US" b="1" dirty="0">
                <a:solidFill>
                  <a:schemeClr val="tx1"/>
                </a:solidFill>
              </a:rPr>
              <a:t>FIRST LEVEL REVIEW</a:t>
            </a:r>
          </a:p>
          <a:p>
            <a:pPr defTabSz="914400">
              <a:lnSpc>
                <a:spcPct val="90000"/>
              </a:lnSpc>
            </a:pPr>
            <a:endParaRPr lang="en-US" sz="2800" b="1" dirty="0">
              <a:solidFill>
                <a:schemeClr val="tx1"/>
              </a:solidFill>
            </a:endParaRPr>
          </a:p>
          <a:p>
            <a:pPr indent="-228600" algn="l" defTabSz="914400">
              <a:lnSpc>
                <a:spcPct val="90000"/>
              </a:lnSpc>
              <a:buFont typeface="Arial" panose="020B0604020202020204" pitchFamily="34" charset="0"/>
              <a:buChar char="•"/>
            </a:pPr>
            <a:endParaRPr lang="en-US" sz="2100" b="1" dirty="0">
              <a:solidFill>
                <a:schemeClr val="tx1"/>
              </a:solidFill>
            </a:endParaRPr>
          </a:p>
          <a:p>
            <a:pPr algn="l" defTabSz="914400">
              <a:lnSpc>
                <a:spcPct val="90000"/>
              </a:lnSpc>
            </a:pPr>
            <a:r>
              <a:rPr lang="en-US" sz="2100" b="1" dirty="0">
                <a:solidFill>
                  <a:schemeClr val="tx1"/>
                </a:solidFill>
              </a:rPr>
              <a:t>                                              </a:t>
            </a:r>
            <a:r>
              <a:rPr lang="en-US" sz="2400" b="1" dirty="0">
                <a:solidFill>
                  <a:schemeClr val="tx1"/>
                </a:solidFill>
              </a:rPr>
              <a:t>PRESENTED BY:</a:t>
            </a:r>
            <a:r>
              <a:rPr lang="en-US" sz="2100" b="1" dirty="0">
                <a:solidFill>
                  <a:schemeClr val="tx1"/>
                </a:solidFill>
              </a:rPr>
              <a:t>  </a:t>
            </a:r>
          </a:p>
        </p:txBody>
      </p:sp>
      <p:sp>
        <p:nvSpPr>
          <p:cNvPr id="4" name="TextBox 3">
            <a:extLst>
              <a:ext uri="{FF2B5EF4-FFF2-40B4-BE49-F238E27FC236}">
                <a16:creationId xmlns:a16="http://schemas.microsoft.com/office/drawing/2014/main" id="{FCD01EB7-2855-EE81-89D8-51F5642939D5}"/>
              </a:ext>
            </a:extLst>
          </p:cNvPr>
          <p:cNvSpPr txBox="1"/>
          <p:nvPr/>
        </p:nvSpPr>
        <p:spPr>
          <a:xfrm>
            <a:off x="4326193" y="4204311"/>
            <a:ext cx="4189157" cy="2544204"/>
          </a:xfrm>
          <a:prstGeom prst="rect">
            <a:avLst/>
          </a:prstGeom>
        </p:spPr>
        <p:txBody>
          <a:bodyPr vert="horz" lIns="91440" tIns="45720" rIns="91440" bIns="45720" rtlCol="0">
            <a:normAutofit/>
          </a:bodyPr>
          <a:lstStyle/>
          <a:p>
            <a:pPr defTabSz="914400">
              <a:lnSpc>
                <a:spcPct val="90000"/>
              </a:lnSpc>
              <a:spcAft>
                <a:spcPts val="600"/>
              </a:spcAft>
            </a:pPr>
            <a:r>
              <a:rPr lang="en-US" sz="2100" b="1" dirty="0"/>
              <a:t>JIJO.S. JOSE (2301150762)</a:t>
            </a:r>
          </a:p>
          <a:p>
            <a:pPr defTabSz="914400">
              <a:lnSpc>
                <a:spcPct val="90000"/>
              </a:lnSpc>
              <a:spcAft>
                <a:spcPts val="600"/>
              </a:spcAft>
            </a:pPr>
            <a:r>
              <a:rPr lang="en-US" sz="2100" b="1" dirty="0"/>
              <a:t>AROMAL.BS (2301150758)</a:t>
            </a:r>
          </a:p>
          <a:p>
            <a:pPr defTabSz="914400">
              <a:lnSpc>
                <a:spcPct val="90000"/>
              </a:lnSpc>
              <a:spcAft>
                <a:spcPts val="600"/>
              </a:spcAft>
            </a:pPr>
            <a:r>
              <a:rPr lang="en-US" sz="2100" b="1" dirty="0"/>
              <a:t>ABHAY KRISHNA SD (2301150877)</a:t>
            </a:r>
          </a:p>
          <a:p>
            <a:pPr defTabSz="914400">
              <a:lnSpc>
                <a:spcPct val="90000"/>
              </a:lnSpc>
              <a:spcAft>
                <a:spcPts val="600"/>
              </a:spcAft>
            </a:pPr>
            <a:r>
              <a:rPr lang="en-US" sz="2100" b="1" dirty="0"/>
              <a:t>MANU M (2301150764)</a:t>
            </a:r>
          </a:p>
          <a:p>
            <a:pPr defTabSz="914400">
              <a:lnSpc>
                <a:spcPct val="90000"/>
              </a:lnSpc>
              <a:spcAft>
                <a:spcPts val="600"/>
              </a:spcAft>
            </a:pPr>
            <a:r>
              <a:rPr lang="en-US" sz="2100" b="1" dirty="0"/>
              <a:t>MILAN S MANOJ ( 2301150765)</a:t>
            </a:r>
          </a:p>
          <a:p>
            <a:pPr indent="-228600" defTabSz="914400">
              <a:lnSpc>
                <a:spcPct val="90000"/>
              </a:lnSpc>
              <a:spcAft>
                <a:spcPts val="600"/>
              </a:spcAft>
              <a:buFont typeface="Arial" panose="020B0604020202020204" pitchFamily="34" charset="0"/>
              <a:buChar char="•"/>
            </a:pPr>
            <a:endParaRPr lang="en-US" sz="2100"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p:cNvSpPr>
            <a:spLocks noGrp="1"/>
          </p:cNvSpPr>
          <p:nvPr>
            <p:ph type="title"/>
          </p:nvPr>
        </p:nvSpPr>
        <p:spPr>
          <a:xfrm>
            <a:off x="628650" y="713312"/>
            <a:ext cx="3028950" cy="5431376"/>
          </a:xfrm>
        </p:spPr>
        <p:txBody>
          <a:bodyPr>
            <a:normAutofit/>
          </a:bodyPr>
          <a:lstStyle/>
          <a:p>
            <a:r>
              <a:t>Project Abstract</a:t>
            </a:r>
          </a:p>
        </p:txBody>
      </p:sp>
      <p:sp>
        <p:nvSpPr>
          <p:cNvPr id="3" name="Content Placeholder 2"/>
          <p:cNvSpPr>
            <a:spLocks noGrp="1"/>
          </p:cNvSpPr>
          <p:nvPr>
            <p:ph idx="1"/>
          </p:nvPr>
        </p:nvSpPr>
        <p:spPr>
          <a:xfrm>
            <a:off x="4572000" y="713313"/>
            <a:ext cx="3943350" cy="5431376"/>
          </a:xfrm>
        </p:spPr>
        <p:txBody>
          <a:bodyPr anchor="ctr">
            <a:normAutofit/>
          </a:bodyPr>
          <a:lstStyle/>
          <a:p>
            <a:pPr marL="0" indent="0" algn="just">
              <a:buNone/>
            </a:pPr>
            <a:r>
              <a:rPr lang="en-US" sz="2000" dirty="0"/>
              <a:t>A web-based platform to streamline the organization, participation, and management of college events and quizzes. It reduces manual work, enhances transparency, and ensures secure handling of student data, event records, and certificates.</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05100064-17D4-AB0C-C0F2-066675236079}"/>
              </a:ext>
            </a:extLst>
          </p:cNvPr>
          <p:cNvSpPr>
            <a:spLocks noGrp="1"/>
          </p:cNvSpPr>
          <p:nvPr>
            <p:ph type="title"/>
          </p:nvPr>
        </p:nvSpPr>
        <p:spPr>
          <a:xfrm>
            <a:off x="628650" y="713312"/>
            <a:ext cx="3028950" cy="5431376"/>
          </a:xfrm>
        </p:spPr>
        <p:txBody>
          <a:bodyPr>
            <a:normAutofit/>
          </a:bodyPr>
          <a:lstStyle/>
          <a:p>
            <a:r>
              <a:rPr lang="en-US" dirty="0"/>
              <a:t>Problem Statement &amp; Motivation</a:t>
            </a:r>
          </a:p>
        </p:txBody>
      </p:sp>
      <p:sp>
        <p:nvSpPr>
          <p:cNvPr id="3" name="Content Placeholder 2">
            <a:extLst>
              <a:ext uri="{FF2B5EF4-FFF2-40B4-BE49-F238E27FC236}">
                <a16:creationId xmlns:a16="http://schemas.microsoft.com/office/drawing/2014/main" id="{1FAA719C-9307-2717-3727-59441533F26A}"/>
              </a:ext>
            </a:extLst>
          </p:cNvPr>
          <p:cNvSpPr>
            <a:spLocks noGrp="1"/>
          </p:cNvSpPr>
          <p:nvPr>
            <p:ph idx="1"/>
          </p:nvPr>
        </p:nvSpPr>
        <p:spPr>
          <a:xfrm>
            <a:off x="4571999" y="713313"/>
            <a:ext cx="3943351" cy="5431376"/>
          </a:xfrm>
        </p:spPr>
        <p:txBody>
          <a:bodyPr anchor="ctr">
            <a:normAutofit/>
          </a:bodyPr>
          <a:lstStyle/>
          <a:p>
            <a:r>
              <a:rPr lang="en-US" sz="1700" dirty="0"/>
              <a:t>Manual event handling causes delays and errors.</a:t>
            </a:r>
          </a:p>
          <a:p>
            <a:r>
              <a:rPr lang="en-US" sz="1700" dirty="0"/>
              <a:t>Certificates distributed manually are prone to loss or duplication.</a:t>
            </a:r>
          </a:p>
          <a:p>
            <a:r>
              <a:rPr lang="en-US" sz="1700" dirty="0"/>
              <a:t>Alumni and public engagement is limited.</a:t>
            </a:r>
          </a:p>
          <a:p>
            <a:r>
              <a:rPr lang="en-US" sz="1700" dirty="0"/>
              <a:t>Need for a centralized, secure, and transparent event/quiz management system.</a:t>
            </a:r>
          </a:p>
        </p:txBody>
      </p:sp>
    </p:spTree>
    <p:extLst>
      <p:ext uri="{BB962C8B-B14F-4D97-AF65-F5344CB8AC3E}">
        <p14:creationId xmlns:p14="http://schemas.microsoft.com/office/powerpoint/2010/main" val="15148603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p:cNvSpPr>
            <a:spLocks noGrp="1"/>
          </p:cNvSpPr>
          <p:nvPr>
            <p:ph type="title"/>
          </p:nvPr>
        </p:nvSpPr>
        <p:spPr>
          <a:xfrm>
            <a:off x="628650" y="713312"/>
            <a:ext cx="3028950" cy="5431376"/>
          </a:xfrm>
        </p:spPr>
        <p:txBody>
          <a:bodyPr>
            <a:normAutofit/>
          </a:bodyPr>
          <a:lstStyle/>
          <a:p>
            <a:r>
              <a:t>Objectives</a:t>
            </a:r>
          </a:p>
        </p:txBody>
      </p:sp>
      <p:sp>
        <p:nvSpPr>
          <p:cNvPr id="3" name="Content Placeholder 2"/>
          <p:cNvSpPr>
            <a:spLocks noGrp="1"/>
          </p:cNvSpPr>
          <p:nvPr>
            <p:ph idx="1"/>
          </p:nvPr>
        </p:nvSpPr>
        <p:spPr>
          <a:xfrm>
            <a:off x="4571999" y="713313"/>
            <a:ext cx="4277033" cy="5431376"/>
          </a:xfrm>
        </p:spPr>
        <p:txBody>
          <a:bodyPr anchor="ctr">
            <a:normAutofit/>
          </a:bodyPr>
          <a:lstStyle/>
          <a:p>
            <a:pPr>
              <a:buFont typeface="Wingdings" panose="05000000000000000000" pitchFamily="2" charset="2"/>
              <a:buChar char="q"/>
            </a:pPr>
            <a:r>
              <a:rPr lang="en-US" sz="1800" dirty="0"/>
              <a:t>Provide a centralized system for event and quiz management</a:t>
            </a:r>
          </a:p>
          <a:p>
            <a:pPr>
              <a:buFont typeface="Wingdings" panose="05000000000000000000" pitchFamily="2" charset="2"/>
              <a:buChar char="q"/>
            </a:pPr>
            <a:r>
              <a:rPr lang="en-US" sz="1800" dirty="0"/>
              <a:t>Enable secure student registrations and profile management</a:t>
            </a:r>
          </a:p>
          <a:p>
            <a:pPr>
              <a:buFont typeface="Wingdings" panose="05000000000000000000" pitchFamily="2" charset="2"/>
              <a:buChar char="q"/>
            </a:pPr>
            <a:r>
              <a:rPr lang="en-US" sz="1800" dirty="0"/>
              <a:t>Auto-generate certificates with QR-based verification</a:t>
            </a:r>
          </a:p>
          <a:p>
            <a:pPr>
              <a:buFont typeface="Wingdings" panose="05000000000000000000" pitchFamily="2" charset="2"/>
              <a:buChar char="q"/>
            </a:pPr>
            <a:r>
              <a:rPr lang="en-US" sz="1800" dirty="0"/>
              <a:t>Facilitate alumni and public engagement</a:t>
            </a:r>
          </a:p>
          <a:p>
            <a:pPr>
              <a:buFont typeface="Wingdings" panose="05000000000000000000" pitchFamily="2" charset="2"/>
              <a:buChar char="q"/>
            </a:pPr>
            <a:r>
              <a:rPr lang="en-US" sz="1800" dirty="0"/>
              <a:t>Generate analytical reports for decision-making</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p:cNvSpPr>
            <a:spLocks noGrp="1"/>
          </p:cNvSpPr>
          <p:nvPr>
            <p:ph type="title"/>
          </p:nvPr>
        </p:nvSpPr>
        <p:spPr>
          <a:xfrm>
            <a:off x="628650" y="713312"/>
            <a:ext cx="3028950" cy="5431376"/>
          </a:xfrm>
        </p:spPr>
        <p:txBody>
          <a:bodyPr>
            <a:normAutofit/>
          </a:bodyPr>
          <a:lstStyle/>
          <a:p>
            <a:r>
              <a:rPr dirty="0"/>
              <a:t>Key Features</a:t>
            </a:r>
          </a:p>
        </p:txBody>
      </p:sp>
      <p:sp>
        <p:nvSpPr>
          <p:cNvPr id="3" name="Content Placeholder 2"/>
          <p:cNvSpPr>
            <a:spLocks noGrp="1"/>
          </p:cNvSpPr>
          <p:nvPr>
            <p:ph idx="1"/>
          </p:nvPr>
        </p:nvSpPr>
        <p:spPr>
          <a:xfrm>
            <a:off x="4571999" y="713313"/>
            <a:ext cx="3943351" cy="5431376"/>
          </a:xfrm>
        </p:spPr>
        <p:txBody>
          <a:bodyPr anchor="ctr">
            <a:normAutofit/>
          </a:bodyPr>
          <a:lstStyle/>
          <a:p>
            <a:pPr>
              <a:buFont typeface="Wingdings" panose="05000000000000000000" pitchFamily="2" charset="2"/>
              <a:buChar char="§"/>
            </a:pPr>
            <a:r>
              <a:rPr lang="en-US" sz="1700" dirty="0"/>
              <a:t>Event &amp; Quiz Management (with real-time scoring)</a:t>
            </a:r>
          </a:p>
          <a:p>
            <a:pPr>
              <a:buFont typeface="Wingdings" panose="05000000000000000000" pitchFamily="2" charset="2"/>
              <a:buChar char="§"/>
            </a:pPr>
            <a:r>
              <a:rPr lang="en-US" sz="1700" dirty="0"/>
              <a:t>Certificate Management (QR-based verification)</a:t>
            </a:r>
          </a:p>
          <a:p>
            <a:pPr>
              <a:buFont typeface="Wingdings" panose="05000000000000000000" pitchFamily="2" charset="2"/>
              <a:buChar char="§"/>
            </a:pPr>
            <a:r>
              <a:rPr lang="en-US" sz="1700" dirty="0"/>
              <a:t>Student Dashboard (My Events, My Quizzes, Certificates)</a:t>
            </a:r>
          </a:p>
          <a:p>
            <a:pPr>
              <a:buFont typeface="Wingdings" panose="05000000000000000000" pitchFamily="2" charset="2"/>
              <a:buChar char="§"/>
            </a:pPr>
            <a:r>
              <a:rPr lang="en-US" sz="1700" dirty="0"/>
              <a:t>Year-wise Gallery System</a:t>
            </a:r>
          </a:p>
          <a:p>
            <a:pPr>
              <a:buFont typeface="Wingdings" panose="05000000000000000000" pitchFamily="2" charset="2"/>
              <a:buChar char="§"/>
            </a:pPr>
            <a:r>
              <a:rPr lang="en-US" sz="1700" dirty="0"/>
              <a:t>Role-based Feedback Collection</a:t>
            </a:r>
          </a:p>
          <a:p>
            <a:pPr>
              <a:buFont typeface="Wingdings" panose="05000000000000000000" pitchFamily="2" charset="2"/>
              <a:buChar char="§"/>
            </a:pPr>
            <a:r>
              <a:rPr lang="en-US" sz="1700" dirty="0"/>
              <a:t>Responsive Design with Dark Mode</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p:cNvSpPr>
            <a:spLocks noGrp="1"/>
          </p:cNvSpPr>
          <p:nvPr>
            <p:ph type="title"/>
          </p:nvPr>
        </p:nvSpPr>
        <p:spPr>
          <a:xfrm>
            <a:off x="628650" y="713312"/>
            <a:ext cx="3028950" cy="5431376"/>
          </a:xfrm>
        </p:spPr>
        <p:txBody>
          <a:bodyPr>
            <a:normAutofit/>
          </a:bodyPr>
          <a:lstStyle/>
          <a:p>
            <a:r>
              <a:rPr dirty="0"/>
              <a:t>User Roles &amp; Permissions</a:t>
            </a:r>
          </a:p>
        </p:txBody>
      </p:sp>
      <p:sp>
        <p:nvSpPr>
          <p:cNvPr id="3" name="Content Placeholder 2"/>
          <p:cNvSpPr>
            <a:spLocks noGrp="1"/>
          </p:cNvSpPr>
          <p:nvPr>
            <p:ph idx="1"/>
          </p:nvPr>
        </p:nvSpPr>
        <p:spPr>
          <a:xfrm>
            <a:off x="4572000" y="713313"/>
            <a:ext cx="3765756" cy="5431376"/>
          </a:xfrm>
        </p:spPr>
        <p:txBody>
          <a:bodyPr anchor="ctr">
            <a:normAutofit/>
          </a:bodyPr>
          <a:lstStyle/>
          <a:p>
            <a:pPr>
              <a:buFont typeface="Wingdings" panose="05000000000000000000" pitchFamily="2" charset="2"/>
              <a:buChar char="ü"/>
            </a:pPr>
            <a:r>
              <a:rPr lang="en-US" sz="1800" dirty="0"/>
              <a:t>Students: Register, view certificates, give feedback, Attend Quiz and get certificates</a:t>
            </a:r>
          </a:p>
          <a:p>
            <a:pPr>
              <a:buFont typeface="Wingdings" panose="05000000000000000000" pitchFamily="2" charset="2"/>
              <a:buChar char="ü"/>
            </a:pPr>
            <a:r>
              <a:rPr lang="en-US" sz="1800" dirty="0"/>
              <a:t>Coordinators: Manage events, quizzes, and students</a:t>
            </a:r>
          </a:p>
          <a:p>
            <a:pPr>
              <a:buFont typeface="Wingdings" panose="05000000000000000000" pitchFamily="2" charset="2"/>
              <a:buChar char="ü"/>
            </a:pPr>
            <a:r>
              <a:rPr lang="en-US" sz="1800" dirty="0"/>
              <a:t>Public Visitors: View events, verify certificates</a:t>
            </a:r>
          </a:p>
          <a:p>
            <a:pPr>
              <a:buFont typeface="Wingdings" panose="05000000000000000000" pitchFamily="2" charset="2"/>
              <a:buChar char="ü"/>
            </a:pPr>
            <a:r>
              <a:rPr lang="en-US" sz="1800" dirty="0"/>
              <a:t>Alumni: Access past events, placements, give feedback</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p:cNvSpPr>
            <a:spLocks noGrp="1"/>
          </p:cNvSpPr>
          <p:nvPr>
            <p:ph type="title"/>
          </p:nvPr>
        </p:nvSpPr>
        <p:spPr>
          <a:xfrm>
            <a:off x="628650" y="713312"/>
            <a:ext cx="3028950" cy="5431376"/>
          </a:xfrm>
        </p:spPr>
        <p:txBody>
          <a:bodyPr>
            <a:normAutofit/>
          </a:bodyPr>
          <a:lstStyle/>
          <a:p>
            <a:r>
              <a:t>System Modules</a:t>
            </a:r>
          </a:p>
        </p:txBody>
      </p:sp>
      <p:sp>
        <p:nvSpPr>
          <p:cNvPr id="3" name="Content Placeholder 2"/>
          <p:cNvSpPr>
            <a:spLocks noGrp="1"/>
          </p:cNvSpPr>
          <p:nvPr>
            <p:ph idx="1"/>
          </p:nvPr>
        </p:nvSpPr>
        <p:spPr>
          <a:xfrm>
            <a:off x="4571999" y="713313"/>
            <a:ext cx="3943351" cy="5431376"/>
          </a:xfrm>
        </p:spPr>
        <p:txBody>
          <a:bodyPr anchor="ctr">
            <a:normAutofit/>
          </a:bodyPr>
          <a:lstStyle/>
          <a:p>
            <a:pPr>
              <a:buFont typeface="Courier New" panose="02070309020205020404" pitchFamily="49" charset="0"/>
              <a:buChar char="o"/>
            </a:pPr>
            <a:r>
              <a:rPr lang="en-US" sz="2000" dirty="0"/>
              <a:t>Homepage &amp; Navigation</a:t>
            </a:r>
          </a:p>
          <a:p>
            <a:pPr>
              <a:buFont typeface="Courier New" panose="02070309020205020404" pitchFamily="49" charset="0"/>
              <a:buChar char="o"/>
            </a:pPr>
            <a:r>
              <a:rPr lang="en-US" sz="2000" dirty="0"/>
              <a:t>Event Management</a:t>
            </a:r>
          </a:p>
          <a:p>
            <a:pPr>
              <a:buFont typeface="Courier New" panose="02070309020205020404" pitchFamily="49" charset="0"/>
              <a:buChar char="o"/>
            </a:pPr>
            <a:r>
              <a:rPr lang="en-US" sz="2000" dirty="0"/>
              <a:t>Quiz Management</a:t>
            </a:r>
          </a:p>
          <a:p>
            <a:pPr>
              <a:buFont typeface="Courier New" panose="02070309020205020404" pitchFamily="49" charset="0"/>
              <a:buChar char="o"/>
            </a:pPr>
            <a:r>
              <a:rPr lang="en-US" sz="2000" dirty="0"/>
              <a:t>Certificate Management</a:t>
            </a:r>
          </a:p>
          <a:p>
            <a:pPr>
              <a:buFont typeface="Courier New" panose="02070309020205020404" pitchFamily="49" charset="0"/>
              <a:buChar char="o"/>
            </a:pPr>
            <a:r>
              <a:rPr lang="en-US" sz="2000" dirty="0"/>
              <a:t>Gallery System</a:t>
            </a:r>
          </a:p>
          <a:p>
            <a:pPr>
              <a:buFont typeface="Courier New" panose="02070309020205020404" pitchFamily="49" charset="0"/>
              <a:buChar char="o"/>
            </a:pPr>
            <a:r>
              <a:rPr lang="en-US" sz="2000" dirty="0"/>
              <a:t>Feedback System</a:t>
            </a:r>
          </a:p>
          <a:p>
            <a:pPr>
              <a:buFont typeface="Courier New" panose="02070309020205020404" pitchFamily="49" charset="0"/>
              <a:buChar char="o"/>
            </a:pPr>
            <a:r>
              <a:rPr lang="en-US" sz="2000" dirty="0"/>
              <a:t>Reports &amp; Analytics</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pPr>
              <a:lnSpc>
                <a:spcPct val="90000"/>
              </a:lnSpc>
            </a:pPr>
            <a:r>
              <a:rPr lang="en-US" sz="3500"/>
              <a:t>Journal Review – Summary of Papers</a:t>
            </a:r>
          </a:p>
        </p:txBody>
      </p:sp>
      <p:sp>
        <p:nvSpPr>
          <p:cNvPr id="3" name="Content Placeholder 2"/>
          <p:cNvSpPr>
            <a:spLocks noGrp="1"/>
          </p:cNvSpPr>
          <p:nvPr>
            <p:ph idx="1"/>
          </p:nvPr>
        </p:nvSpPr>
        <p:spPr>
          <a:xfrm>
            <a:off x="571351" y="2743200"/>
            <a:ext cx="3607359" cy="3613149"/>
          </a:xfrm>
        </p:spPr>
        <p:txBody>
          <a:bodyPr anchor="ctr">
            <a:normAutofit/>
          </a:bodyPr>
          <a:lstStyle/>
          <a:p>
            <a:pPr marL="0" indent="0" algn="just">
              <a:buNone/>
            </a:pPr>
            <a:r>
              <a:rPr lang="en-US" sz="1700" dirty="0"/>
              <a:t>10 research papers reviewed covering event systems, quiz automation, certificate verification, student portals, and cloud-based solutions.</a:t>
            </a:r>
          </a:p>
        </p:txBody>
      </p:sp>
      <p:pic>
        <p:nvPicPr>
          <p:cNvPr id="5" name="Picture 4" descr="Sticky notes on a wall">
            <a:extLst>
              <a:ext uri="{FF2B5EF4-FFF2-40B4-BE49-F238E27FC236}">
                <a16:creationId xmlns:a16="http://schemas.microsoft.com/office/drawing/2014/main" id="{1D8E8AFF-F5C4-05D3-F294-E9237652BA60}"/>
              </a:ext>
            </a:extLst>
          </p:cNvPr>
          <p:cNvPicPr>
            <a:picLocks noChangeAspect="1"/>
          </p:cNvPicPr>
          <p:nvPr/>
        </p:nvPicPr>
        <p:blipFill>
          <a:blip r:embed="rId2"/>
          <a:srcRect l="26593" r="26856" b="1"/>
          <a:stretch>
            <a:fillRect/>
          </a:stretch>
        </p:blipFill>
        <p:spPr>
          <a:xfrm>
            <a:off x="4572000" y="1"/>
            <a:ext cx="4577118"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Reviewed Research Papers</a:t>
            </a:r>
          </a:p>
        </p:txBody>
      </p:sp>
      <p:graphicFrame>
        <p:nvGraphicFramePr>
          <p:cNvPr id="4" name="Table 3"/>
          <p:cNvGraphicFramePr>
            <a:graphicFrameLocks noGrp="1"/>
          </p:cNvGraphicFramePr>
          <p:nvPr>
            <p:extLst>
              <p:ext uri="{D42A27DB-BD31-4B8C-83A1-F6EECF244321}">
                <p14:modId xmlns:p14="http://schemas.microsoft.com/office/powerpoint/2010/main" val="2135329206"/>
              </p:ext>
            </p:extLst>
          </p:nvPr>
        </p:nvGraphicFramePr>
        <p:xfrm>
          <a:off x="482600" y="1504336"/>
          <a:ext cx="8178800" cy="5230765"/>
        </p:xfrm>
        <a:graphic>
          <a:graphicData uri="http://schemas.openxmlformats.org/drawingml/2006/table">
            <a:tbl>
              <a:tblPr firstRow="1" bandRow="1">
                <a:tableStyleId>{073A0DAA-6AF3-43AB-8588-CEC1D06C72B9}</a:tableStyleId>
              </a:tblPr>
              <a:tblGrid>
                <a:gridCol w="819767">
                  <a:extLst>
                    <a:ext uri="{9D8B030D-6E8A-4147-A177-3AD203B41FA5}">
                      <a16:colId xmlns:a16="http://schemas.microsoft.com/office/drawing/2014/main" val="20000"/>
                    </a:ext>
                  </a:extLst>
                </a:gridCol>
                <a:gridCol w="3943649">
                  <a:extLst>
                    <a:ext uri="{9D8B030D-6E8A-4147-A177-3AD203B41FA5}">
                      <a16:colId xmlns:a16="http://schemas.microsoft.com/office/drawing/2014/main" val="20001"/>
                    </a:ext>
                  </a:extLst>
                </a:gridCol>
                <a:gridCol w="3415384">
                  <a:extLst>
                    <a:ext uri="{9D8B030D-6E8A-4147-A177-3AD203B41FA5}">
                      <a16:colId xmlns:a16="http://schemas.microsoft.com/office/drawing/2014/main" val="20002"/>
                    </a:ext>
                  </a:extLst>
                </a:gridCol>
              </a:tblGrid>
              <a:tr h="298825">
                <a:tc>
                  <a:txBody>
                    <a:bodyPr/>
                    <a:lstStyle/>
                    <a:p>
                      <a:pPr>
                        <a:defRPr b="1">
                          <a:solidFill>
                            <a:srgbClr val="FFFFFF"/>
                          </a:solidFill>
                        </a:defRPr>
                      </a:pPr>
                      <a:r>
                        <a:rPr lang="en-US" sz="1200"/>
                        <a:t>No.</a:t>
                      </a:r>
                    </a:p>
                  </a:txBody>
                  <a:tcPr marL="86723" marR="86723" marT="43362" marB="43362"/>
                </a:tc>
                <a:tc>
                  <a:txBody>
                    <a:bodyPr/>
                    <a:lstStyle/>
                    <a:p>
                      <a:pPr>
                        <a:defRPr b="1">
                          <a:solidFill>
                            <a:srgbClr val="FFFFFF"/>
                          </a:solidFill>
                        </a:defRPr>
                      </a:pPr>
                      <a:r>
                        <a:rPr lang="en-US" sz="1200" dirty="0"/>
                        <a:t>Title / Contribution</a:t>
                      </a:r>
                    </a:p>
                  </a:txBody>
                  <a:tcPr marL="86723" marR="86723" marT="43362" marB="43362"/>
                </a:tc>
                <a:tc>
                  <a:txBody>
                    <a:bodyPr/>
                    <a:lstStyle/>
                    <a:p>
                      <a:pPr>
                        <a:defRPr b="1">
                          <a:solidFill>
                            <a:srgbClr val="FFFFFF"/>
                          </a:solidFill>
                        </a:defRPr>
                      </a:pPr>
                      <a:r>
                        <a:rPr lang="en-US" sz="1200" dirty="0"/>
                        <a:t>Limitation</a:t>
                      </a:r>
                    </a:p>
                  </a:txBody>
                  <a:tcPr marL="86723" marR="86723" marT="43362" marB="43362"/>
                </a:tc>
                <a:extLst>
                  <a:ext uri="{0D108BD9-81ED-4DB2-BD59-A6C34878D82A}">
                    <a16:rowId xmlns:a16="http://schemas.microsoft.com/office/drawing/2014/main" val="10000"/>
                  </a:ext>
                </a:extLst>
              </a:tr>
              <a:tr h="493194">
                <a:tc>
                  <a:txBody>
                    <a:bodyPr/>
                    <a:lstStyle/>
                    <a:p>
                      <a:r>
                        <a:rPr lang="en-US" sz="1200"/>
                        <a:t>1</a:t>
                      </a:r>
                    </a:p>
                  </a:txBody>
                  <a:tcPr marL="86723" marR="86723" marT="43362" marB="43362"/>
                </a:tc>
                <a:tc>
                  <a:txBody>
                    <a:bodyPr/>
                    <a:lstStyle/>
                    <a:p>
                      <a:r>
                        <a:rPr lang="en-US" sz="1200"/>
                        <a:t>Certificate Validation using Secure Computing</a:t>
                      </a:r>
                    </a:p>
                    <a:p>
                      <a:r>
                        <a:rPr lang="en-US" sz="1200"/>
                        <a:t>(Blockchain-based certificates)</a:t>
                      </a:r>
                    </a:p>
                  </a:txBody>
                  <a:tcPr marL="86723" marR="86723" marT="43362" marB="43362"/>
                </a:tc>
                <a:tc>
                  <a:txBody>
                    <a:bodyPr/>
                    <a:lstStyle/>
                    <a:p>
                      <a:r>
                        <a:rPr lang="en-US" sz="1200" dirty="0"/>
                        <a:t>High computational cost</a:t>
                      </a:r>
                    </a:p>
                  </a:txBody>
                  <a:tcPr marL="86723" marR="86723" marT="43362" marB="43362"/>
                </a:tc>
                <a:extLst>
                  <a:ext uri="{0D108BD9-81ED-4DB2-BD59-A6C34878D82A}">
                    <a16:rowId xmlns:a16="http://schemas.microsoft.com/office/drawing/2014/main" val="10001"/>
                  </a:ext>
                </a:extLst>
              </a:tr>
              <a:tr h="493194">
                <a:tc>
                  <a:txBody>
                    <a:bodyPr/>
                    <a:lstStyle/>
                    <a:p>
                      <a:r>
                        <a:rPr lang="en-US" sz="1200"/>
                        <a:t>2</a:t>
                      </a:r>
                    </a:p>
                  </a:txBody>
                  <a:tcPr marL="86723" marR="86723" marT="43362" marB="43362"/>
                </a:tc>
                <a:tc>
                  <a:txBody>
                    <a:bodyPr/>
                    <a:lstStyle/>
                    <a:p>
                      <a:r>
                        <a:rPr lang="en-US" sz="1200" dirty="0"/>
                        <a:t>Web-Based Student Info management System</a:t>
                      </a:r>
                    </a:p>
                    <a:p>
                      <a:r>
                        <a:rPr lang="en-US" sz="1200" dirty="0"/>
                        <a:t>(UML-driven design, black-box testing)</a:t>
                      </a:r>
                    </a:p>
                  </a:txBody>
                  <a:tcPr marL="86723" marR="86723" marT="43362" marB="43362"/>
                </a:tc>
                <a:tc>
                  <a:txBody>
                    <a:bodyPr/>
                    <a:lstStyle/>
                    <a:p>
                      <a:r>
                        <a:rPr lang="en-US" sz="1200" dirty="0"/>
                        <a:t>Focus only on info management</a:t>
                      </a:r>
                    </a:p>
                  </a:txBody>
                  <a:tcPr marL="86723" marR="86723" marT="43362" marB="43362"/>
                </a:tc>
                <a:extLst>
                  <a:ext uri="{0D108BD9-81ED-4DB2-BD59-A6C34878D82A}">
                    <a16:rowId xmlns:a16="http://schemas.microsoft.com/office/drawing/2014/main" val="10002"/>
                  </a:ext>
                </a:extLst>
              </a:tr>
              <a:tr h="493194">
                <a:tc>
                  <a:txBody>
                    <a:bodyPr/>
                    <a:lstStyle/>
                    <a:p>
                      <a:r>
                        <a:rPr lang="en-US" sz="1200"/>
                        <a:t>3</a:t>
                      </a:r>
                    </a:p>
                  </a:txBody>
                  <a:tcPr marL="86723" marR="86723" marT="43362" marB="43362"/>
                </a:tc>
                <a:tc>
                  <a:txBody>
                    <a:bodyPr/>
                    <a:lstStyle/>
                    <a:p>
                      <a:r>
                        <a:rPr lang="en-US" sz="1200"/>
                        <a:t>Performance Optimization using MERN</a:t>
                      </a:r>
                    </a:p>
                    <a:p>
                      <a:r>
                        <a:rPr lang="en-US" sz="1200"/>
                        <a:t>(Scalable MERN stack web apps)</a:t>
                      </a:r>
                    </a:p>
                  </a:txBody>
                  <a:tcPr marL="86723" marR="86723" marT="43362" marB="43362"/>
                </a:tc>
                <a:tc>
                  <a:txBody>
                    <a:bodyPr/>
                    <a:lstStyle/>
                    <a:p>
                      <a:r>
                        <a:rPr lang="en-US" sz="1200"/>
                        <a:t>Focus on e-commerce</a:t>
                      </a:r>
                    </a:p>
                  </a:txBody>
                  <a:tcPr marL="86723" marR="86723" marT="43362" marB="43362"/>
                </a:tc>
                <a:extLst>
                  <a:ext uri="{0D108BD9-81ED-4DB2-BD59-A6C34878D82A}">
                    <a16:rowId xmlns:a16="http://schemas.microsoft.com/office/drawing/2014/main" val="10003"/>
                  </a:ext>
                </a:extLst>
              </a:tr>
              <a:tr h="493194">
                <a:tc>
                  <a:txBody>
                    <a:bodyPr/>
                    <a:lstStyle/>
                    <a:p>
                      <a:r>
                        <a:rPr lang="en-US" sz="1200"/>
                        <a:t>4</a:t>
                      </a:r>
                    </a:p>
                  </a:txBody>
                  <a:tcPr marL="86723" marR="86723" marT="43362" marB="43362"/>
                </a:tc>
                <a:tc>
                  <a:txBody>
                    <a:bodyPr/>
                    <a:lstStyle/>
                    <a:p>
                      <a:r>
                        <a:rPr lang="en-US" sz="1200"/>
                        <a:t>Student Management System</a:t>
                      </a:r>
                    </a:p>
                    <a:p>
                      <a:r>
                        <a:rPr lang="en-US" sz="1200"/>
                        <a:t>(Database-driven student records)</a:t>
                      </a:r>
                    </a:p>
                  </a:txBody>
                  <a:tcPr marL="86723" marR="86723" marT="43362" marB="43362"/>
                </a:tc>
                <a:tc>
                  <a:txBody>
                    <a:bodyPr/>
                    <a:lstStyle/>
                    <a:p>
                      <a:r>
                        <a:rPr lang="en-US" sz="1200" dirty="0"/>
                        <a:t>Limited online integration</a:t>
                      </a:r>
                    </a:p>
                  </a:txBody>
                  <a:tcPr marL="86723" marR="86723" marT="43362" marB="43362"/>
                </a:tc>
                <a:extLst>
                  <a:ext uri="{0D108BD9-81ED-4DB2-BD59-A6C34878D82A}">
                    <a16:rowId xmlns:a16="http://schemas.microsoft.com/office/drawing/2014/main" val="10004"/>
                  </a:ext>
                </a:extLst>
              </a:tr>
              <a:tr h="493194">
                <a:tc>
                  <a:txBody>
                    <a:bodyPr/>
                    <a:lstStyle/>
                    <a:p>
                      <a:r>
                        <a:rPr lang="en-US" sz="1200"/>
                        <a:t>5</a:t>
                      </a:r>
                    </a:p>
                  </a:txBody>
                  <a:tcPr marL="86723" marR="86723" marT="43362" marB="43362"/>
                </a:tc>
                <a:tc>
                  <a:txBody>
                    <a:bodyPr/>
                    <a:lstStyle/>
                    <a:p>
                      <a:r>
                        <a:rPr lang="en-US" sz="1200"/>
                        <a:t>Certificate Verification System</a:t>
                      </a:r>
                    </a:p>
                    <a:p>
                      <a:r>
                        <a:rPr lang="en-US" sz="1200"/>
                        <a:t>(Secure QR-based verification)</a:t>
                      </a:r>
                    </a:p>
                  </a:txBody>
                  <a:tcPr marL="86723" marR="86723" marT="43362" marB="43362"/>
                </a:tc>
                <a:tc>
                  <a:txBody>
                    <a:bodyPr/>
                    <a:lstStyle/>
                    <a:p>
                      <a:r>
                        <a:rPr lang="en-US" sz="1200"/>
                        <a:t>Single-module focus</a:t>
                      </a:r>
                    </a:p>
                  </a:txBody>
                  <a:tcPr marL="86723" marR="86723" marT="43362" marB="43362"/>
                </a:tc>
                <a:extLst>
                  <a:ext uri="{0D108BD9-81ED-4DB2-BD59-A6C34878D82A}">
                    <a16:rowId xmlns:a16="http://schemas.microsoft.com/office/drawing/2014/main" val="10005"/>
                  </a:ext>
                </a:extLst>
              </a:tr>
              <a:tr h="493194">
                <a:tc>
                  <a:txBody>
                    <a:bodyPr/>
                    <a:lstStyle/>
                    <a:p>
                      <a:r>
                        <a:rPr lang="en-US" sz="1200"/>
                        <a:t>6</a:t>
                      </a:r>
                    </a:p>
                  </a:txBody>
                  <a:tcPr marL="86723" marR="86723" marT="43362" marB="43362"/>
                </a:tc>
                <a:tc>
                  <a:txBody>
                    <a:bodyPr/>
                    <a:lstStyle/>
                    <a:p>
                      <a:r>
                        <a:rPr lang="en-US" sz="1200"/>
                        <a:t>Student Information Portal</a:t>
                      </a:r>
                    </a:p>
                    <a:p>
                      <a:r>
                        <a:rPr lang="en-US" sz="1200"/>
                        <a:t>(Online student accessibility)</a:t>
                      </a:r>
                    </a:p>
                  </a:txBody>
                  <a:tcPr marL="86723" marR="86723" marT="43362" marB="43362"/>
                </a:tc>
                <a:tc>
                  <a:txBody>
                    <a:bodyPr/>
                    <a:lstStyle/>
                    <a:p>
                      <a:r>
                        <a:rPr lang="en-US" sz="1200"/>
                        <a:t>Basic, lacks automation</a:t>
                      </a:r>
                    </a:p>
                  </a:txBody>
                  <a:tcPr marL="86723" marR="86723" marT="43362" marB="43362"/>
                </a:tc>
                <a:extLst>
                  <a:ext uri="{0D108BD9-81ED-4DB2-BD59-A6C34878D82A}">
                    <a16:rowId xmlns:a16="http://schemas.microsoft.com/office/drawing/2014/main" val="10006"/>
                  </a:ext>
                </a:extLst>
              </a:tr>
              <a:tr h="493194">
                <a:tc>
                  <a:txBody>
                    <a:bodyPr/>
                    <a:lstStyle/>
                    <a:p>
                      <a:r>
                        <a:rPr lang="en-US" sz="1200"/>
                        <a:t>7</a:t>
                      </a:r>
                    </a:p>
                  </a:txBody>
                  <a:tcPr marL="86723" marR="86723" marT="43362" marB="43362"/>
                </a:tc>
                <a:tc>
                  <a:txBody>
                    <a:bodyPr/>
                    <a:lstStyle/>
                    <a:p>
                      <a:r>
                        <a:rPr lang="en-US" sz="1200"/>
                        <a:t>Academic Information System</a:t>
                      </a:r>
                    </a:p>
                    <a:p>
                      <a:r>
                        <a:rPr lang="en-US" sz="1200"/>
                        <a:t>(Data storage &amp; retrieval)</a:t>
                      </a:r>
                    </a:p>
                  </a:txBody>
                  <a:tcPr marL="86723" marR="86723" marT="43362" marB="43362"/>
                </a:tc>
                <a:tc>
                  <a:txBody>
                    <a:bodyPr/>
                    <a:lstStyle/>
                    <a:p>
                      <a:r>
                        <a:rPr lang="en-US" sz="1200" dirty="0"/>
                        <a:t>No event/quiz workflows</a:t>
                      </a:r>
                    </a:p>
                  </a:txBody>
                  <a:tcPr marL="86723" marR="86723" marT="43362" marB="43362"/>
                </a:tc>
                <a:extLst>
                  <a:ext uri="{0D108BD9-81ED-4DB2-BD59-A6C34878D82A}">
                    <a16:rowId xmlns:a16="http://schemas.microsoft.com/office/drawing/2014/main" val="10007"/>
                  </a:ext>
                </a:extLst>
              </a:tr>
              <a:tr h="493194">
                <a:tc>
                  <a:txBody>
                    <a:bodyPr/>
                    <a:lstStyle/>
                    <a:p>
                      <a:r>
                        <a:rPr lang="en-US" sz="1200"/>
                        <a:t>8</a:t>
                      </a:r>
                    </a:p>
                  </a:txBody>
                  <a:tcPr marL="86723" marR="86723" marT="43362" marB="43362"/>
                </a:tc>
                <a:tc>
                  <a:txBody>
                    <a:bodyPr/>
                    <a:lstStyle/>
                    <a:p>
                      <a:r>
                        <a:rPr lang="en-US" sz="1200"/>
                        <a:t>Student Data Verification Portal</a:t>
                      </a:r>
                    </a:p>
                    <a:p>
                      <a:r>
                        <a:rPr lang="en-US" sz="1200"/>
                        <a:t>(Verification and data mgmt)</a:t>
                      </a:r>
                    </a:p>
                  </a:txBody>
                  <a:tcPr marL="86723" marR="86723" marT="43362" marB="43362"/>
                </a:tc>
                <a:tc>
                  <a:txBody>
                    <a:bodyPr/>
                    <a:lstStyle/>
                    <a:p>
                      <a:r>
                        <a:rPr lang="en-US" sz="1200"/>
                        <a:t>Narrow scope</a:t>
                      </a:r>
                    </a:p>
                  </a:txBody>
                  <a:tcPr marL="86723" marR="86723" marT="43362" marB="43362"/>
                </a:tc>
                <a:extLst>
                  <a:ext uri="{0D108BD9-81ED-4DB2-BD59-A6C34878D82A}">
                    <a16:rowId xmlns:a16="http://schemas.microsoft.com/office/drawing/2014/main" val="10008"/>
                  </a:ext>
                </a:extLst>
              </a:tr>
              <a:tr h="493194">
                <a:tc>
                  <a:txBody>
                    <a:bodyPr/>
                    <a:lstStyle/>
                    <a:p>
                      <a:r>
                        <a:rPr lang="en-US" sz="1200"/>
                        <a:t>9</a:t>
                      </a:r>
                    </a:p>
                  </a:txBody>
                  <a:tcPr marL="86723" marR="86723" marT="43362" marB="43362"/>
                </a:tc>
                <a:tc>
                  <a:txBody>
                    <a:bodyPr/>
                    <a:lstStyle/>
                    <a:p>
                      <a:r>
                        <a:rPr lang="en-US" sz="1200"/>
                        <a:t>Blockchain-Based Certificates</a:t>
                      </a:r>
                    </a:p>
                    <a:p>
                      <a:r>
                        <a:rPr lang="en-US" sz="1200"/>
                        <a:t>(Tamper-proof academic records)</a:t>
                      </a:r>
                    </a:p>
                  </a:txBody>
                  <a:tcPr marL="86723" marR="86723" marT="43362" marB="43362"/>
                </a:tc>
                <a:tc>
                  <a:txBody>
                    <a:bodyPr/>
                    <a:lstStyle/>
                    <a:p>
                      <a:r>
                        <a:rPr lang="en-US" sz="1200"/>
                        <a:t>Prototype, low adoption</a:t>
                      </a:r>
                    </a:p>
                  </a:txBody>
                  <a:tcPr marL="86723" marR="86723" marT="43362" marB="43362"/>
                </a:tc>
                <a:extLst>
                  <a:ext uri="{0D108BD9-81ED-4DB2-BD59-A6C34878D82A}">
                    <a16:rowId xmlns:a16="http://schemas.microsoft.com/office/drawing/2014/main" val="10009"/>
                  </a:ext>
                </a:extLst>
              </a:tr>
              <a:tr h="493194">
                <a:tc>
                  <a:txBody>
                    <a:bodyPr/>
                    <a:lstStyle/>
                    <a:p>
                      <a:r>
                        <a:rPr lang="en-US" sz="1200"/>
                        <a:t>10</a:t>
                      </a:r>
                    </a:p>
                  </a:txBody>
                  <a:tcPr marL="86723" marR="86723" marT="43362" marB="43362"/>
                </a:tc>
                <a:tc>
                  <a:txBody>
                    <a:bodyPr/>
                    <a:lstStyle/>
                    <a:p>
                      <a:r>
                        <a:rPr lang="en-US" sz="1200"/>
                        <a:t>Cloud-Based Event Mgmt Systems</a:t>
                      </a:r>
                    </a:p>
                    <a:p>
                      <a:r>
                        <a:rPr lang="en-US" sz="1200"/>
                        <a:t>(Scalable event registration)</a:t>
                      </a:r>
                    </a:p>
                  </a:txBody>
                  <a:tcPr marL="86723" marR="86723" marT="43362" marB="43362"/>
                </a:tc>
                <a:tc>
                  <a:txBody>
                    <a:bodyPr/>
                    <a:lstStyle/>
                    <a:p>
                      <a:r>
                        <a:rPr lang="en-US" sz="1200" dirty="0"/>
                        <a:t>Doesn’t cover quizzes/certs</a:t>
                      </a:r>
                    </a:p>
                  </a:txBody>
                  <a:tcPr marL="86723" marR="86723" marT="43362" marB="43362"/>
                </a:tc>
                <a:extLst>
                  <a:ext uri="{0D108BD9-81ED-4DB2-BD59-A6C34878D82A}">
                    <a16:rowId xmlns:a16="http://schemas.microsoft.com/office/drawing/2014/main" val="1001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8014" y="640823"/>
            <a:ext cx="3026527" cy="5583148"/>
          </a:xfrm>
        </p:spPr>
        <p:txBody>
          <a:bodyPr anchor="ctr">
            <a:normAutofit/>
          </a:bodyPr>
          <a:lstStyle/>
          <a:p>
            <a:r>
              <a:rPr lang="en-US" sz="4700" b="1" dirty="0"/>
              <a:t>GAP IDENTIFIED</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AB22872D-B500-75AC-DC1A-AD4CC83953ED}"/>
              </a:ext>
            </a:extLst>
          </p:cNvPr>
          <p:cNvGraphicFramePr>
            <a:graphicFrameLocks noGrp="1"/>
          </p:cNvGraphicFramePr>
          <p:nvPr>
            <p:ph idx="1"/>
            <p:extLst>
              <p:ext uri="{D42A27DB-BD31-4B8C-83A1-F6EECF244321}">
                <p14:modId xmlns:p14="http://schemas.microsoft.com/office/powerpoint/2010/main" val="1318203795"/>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F66B62-FE1B-1ED6-D08F-47D44D326C9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A4242B-91E4-3C33-6E2A-0911E8116E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94C0822-B16A-8EAF-38B4-45AE1477B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1" y="0"/>
            <a:ext cx="5653279" cy="6858000"/>
          </a:xfrm>
          <a:custGeom>
            <a:avLst/>
            <a:gdLst>
              <a:gd name="connsiteX0" fmla="*/ 1008599 w 7299977"/>
              <a:gd name="connsiteY0" fmla="*/ 0 h 6858000"/>
              <a:gd name="connsiteX1" fmla="*/ 4420653 w 7299977"/>
              <a:gd name="connsiteY1" fmla="*/ 0 h 6858000"/>
              <a:gd name="connsiteX2" fmla="*/ 5511704 w 7299977"/>
              <a:gd name="connsiteY2" fmla="*/ 0 h 6858000"/>
              <a:gd name="connsiteX3" fmla="*/ 7299977 w 7299977"/>
              <a:gd name="connsiteY3" fmla="*/ 0 h 6858000"/>
              <a:gd name="connsiteX4" fmla="*/ 7299977 w 7299977"/>
              <a:gd name="connsiteY4" fmla="*/ 6858000 h 6858000"/>
              <a:gd name="connsiteX5" fmla="*/ 5511704 w 7299977"/>
              <a:gd name="connsiteY5" fmla="*/ 6858000 h 6858000"/>
              <a:gd name="connsiteX6" fmla="*/ 4420653 w 7299977"/>
              <a:gd name="connsiteY6" fmla="*/ 6858000 h 6858000"/>
              <a:gd name="connsiteX7" fmla="*/ 1592997 w 7299977"/>
              <a:gd name="connsiteY7" fmla="*/ 6858000 h 6858000"/>
              <a:gd name="connsiteX8" fmla="*/ 1232473 w 7299977"/>
              <a:gd name="connsiteY8" fmla="*/ 6658805 h 6858000"/>
              <a:gd name="connsiteX9" fmla="*/ 1075471 w 7299977"/>
              <a:gd name="connsiteY9" fmla="*/ 6431153 h 6858000"/>
              <a:gd name="connsiteX10" fmla="*/ 1020229 w 7299977"/>
              <a:gd name="connsiteY10" fmla="*/ 6367127 h 6858000"/>
              <a:gd name="connsiteX11" fmla="*/ 883579 w 7299977"/>
              <a:gd name="connsiteY11" fmla="*/ 6281757 h 6858000"/>
              <a:gd name="connsiteX12" fmla="*/ 645167 w 7299977"/>
              <a:gd name="connsiteY12" fmla="*/ 6100347 h 6858000"/>
              <a:gd name="connsiteX13" fmla="*/ 732391 w 7299977"/>
              <a:gd name="connsiteY13" fmla="*/ 6057663 h 6858000"/>
              <a:gd name="connsiteX14" fmla="*/ 985339 w 7299977"/>
              <a:gd name="connsiteY14" fmla="*/ 6167932 h 6858000"/>
              <a:gd name="connsiteX15" fmla="*/ 1168509 w 7299977"/>
              <a:gd name="connsiteY15" fmla="*/ 6196388 h 6858000"/>
              <a:gd name="connsiteX16" fmla="*/ 909746 w 7299977"/>
              <a:gd name="connsiteY16" fmla="*/ 6004307 h 6858000"/>
              <a:gd name="connsiteX17" fmla="*/ 659704 w 7299977"/>
              <a:gd name="connsiteY17" fmla="*/ 5755314 h 6858000"/>
              <a:gd name="connsiteX18" fmla="*/ 851597 w 7299977"/>
              <a:gd name="connsiteY18" fmla="*/ 5801555 h 6858000"/>
              <a:gd name="connsiteX19" fmla="*/ 860319 w 7299977"/>
              <a:gd name="connsiteY19" fmla="*/ 5769542 h 6858000"/>
              <a:gd name="connsiteX20" fmla="*/ 691686 w 7299977"/>
              <a:gd name="connsiteY20" fmla="*/ 5474306 h 6858000"/>
              <a:gd name="connsiteX21" fmla="*/ 610278 w 7299977"/>
              <a:gd name="connsiteY21" fmla="*/ 5353367 h 6858000"/>
              <a:gd name="connsiteX22" fmla="*/ 238123 w 7299977"/>
              <a:gd name="connsiteY22" fmla="*/ 4994104 h 6858000"/>
              <a:gd name="connsiteX23" fmla="*/ 592833 w 7299977"/>
              <a:gd name="connsiteY23" fmla="*/ 5154171 h 6858000"/>
              <a:gd name="connsiteX24" fmla="*/ 226494 w 7299977"/>
              <a:gd name="connsiteY24" fmla="*/ 4805580 h 6858000"/>
              <a:gd name="connsiteX25" fmla="*/ 49139 w 7299977"/>
              <a:gd name="connsiteY25" fmla="*/ 4677526 h 6858000"/>
              <a:gd name="connsiteX26" fmla="*/ 5527 w 7299977"/>
              <a:gd name="connsiteY26" fmla="*/ 4602828 h 6858000"/>
              <a:gd name="connsiteX27" fmla="*/ 84029 w 7299977"/>
              <a:gd name="connsiteY27" fmla="*/ 4585042 h 6858000"/>
              <a:gd name="connsiteX28" fmla="*/ 325347 w 7299977"/>
              <a:gd name="connsiteY28" fmla="*/ 4613499 h 6858000"/>
              <a:gd name="connsiteX29" fmla="*/ 25879 w 7299977"/>
              <a:gd name="connsiteY29" fmla="*/ 4378734 h 6858000"/>
              <a:gd name="connsiteX30" fmla="*/ 249753 w 7299977"/>
              <a:gd name="connsiteY30" fmla="*/ 4414305 h 6858000"/>
              <a:gd name="connsiteX31" fmla="*/ 313718 w 7299977"/>
              <a:gd name="connsiteY31" fmla="*/ 4321821 h 6858000"/>
              <a:gd name="connsiteX32" fmla="*/ 418386 w 7299977"/>
              <a:gd name="connsiteY32" fmla="*/ 4172424 h 6858000"/>
              <a:gd name="connsiteX33" fmla="*/ 491072 w 7299977"/>
              <a:gd name="connsiteY33" fmla="*/ 4090612 h 6858000"/>
              <a:gd name="connsiteX34" fmla="*/ 520147 w 7299977"/>
              <a:gd name="connsiteY34" fmla="*/ 3827390 h 6858000"/>
              <a:gd name="connsiteX35" fmla="*/ 459090 w 7299977"/>
              <a:gd name="connsiteY35" fmla="*/ 3539269 h 6858000"/>
              <a:gd name="connsiteX36" fmla="*/ 290458 w 7299977"/>
              <a:gd name="connsiteY36" fmla="*/ 3393429 h 6858000"/>
              <a:gd name="connsiteX37" fmla="*/ 339884 w 7299977"/>
              <a:gd name="connsiteY37" fmla="*/ 3229805 h 6858000"/>
              <a:gd name="connsiteX38" fmla="*/ 697501 w 7299977"/>
              <a:gd name="connsiteY38" fmla="*/ 3329402 h 6858000"/>
              <a:gd name="connsiteX39" fmla="*/ 165437 w 7299977"/>
              <a:gd name="connsiteY39" fmla="*/ 2941684 h 6858000"/>
              <a:gd name="connsiteX40" fmla="*/ 255568 w 7299977"/>
              <a:gd name="connsiteY40" fmla="*/ 2923898 h 6858000"/>
              <a:gd name="connsiteX41" fmla="*/ 578296 w 7299977"/>
              <a:gd name="connsiteY41" fmla="*/ 2703362 h 6858000"/>
              <a:gd name="connsiteX42" fmla="*/ 595740 w 7299977"/>
              <a:gd name="connsiteY42" fmla="*/ 2692689 h 6858000"/>
              <a:gd name="connsiteX43" fmla="*/ 650982 w 7299977"/>
              <a:gd name="connsiteY43" fmla="*/ 2553965 h 6858000"/>
              <a:gd name="connsiteX44" fmla="*/ 825429 w 7299977"/>
              <a:gd name="connsiteY44" fmla="*/ 2532623 h 6858000"/>
              <a:gd name="connsiteX45" fmla="*/ 970802 w 7299977"/>
              <a:gd name="connsiteY45" fmla="*/ 2564636 h 6858000"/>
              <a:gd name="connsiteX46" fmla="*/ 1127805 w 7299977"/>
              <a:gd name="connsiteY46" fmla="*/ 2525509 h 6858000"/>
              <a:gd name="connsiteX47" fmla="*/ 1267362 w 7299977"/>
              <a:gd name="connsiteY47" fmla="*/ 2543294 h 6858000"/>
              <a:gd name="connsiteX48" fmla="*/ 1386568 w 7299977"/>
              <a:gd name="connsiteY48" fmla="*/ 2518395 h 6858000"/>
              <a:gd name="connsiteX49" fmla="*/ 1270270 w 7299977"/>
              <a:gd name="connsiteY49" fmla="*/ 2401012 h 6858000"/>
              <a:gd name="connsiteX50" fmla="*/ 1107453 w 7299977"/>
              <a:gd name="connsiteY50" fmla="*/ 2401012 h 6858000"/>
              <a:gd name="connsiteX51" fmla="*/ 991154 w 7299977"/>
              <a:gd name="connsiteY51" fmla="*/ 2326314 h 6858000"/>
              <a:gd name="connsiteX52" fmla="*/ 880671 w 7299977"/>
              <a:gd name="connsiteY52" fmla="*/ 2191146 h 6858000"/>
              <a:gd name="connsiteX53" fmla="*/ 491072 w 7299977"/>
              <a:gd name="connsiteY53" fmla="*/ 1974165 h 6858000"/>
              <a:gd name="connsiteX54" fmla="*/ 421293 w 7299977"/>
              <a:gd name="connsiteY54" fmla="*/ 1892353 h 6858000"/>
              <a:gd name="connsiteX55" fmla="*/ 1531941 w 7299977"/>
              <a:gd name="connsiteY55" fmla="*/ 2208931 h 6858000"/>
              <a:gd name="connsiteX56" fmla="*/ 1188861 w 7299977"/>
              <a:gd name="connsiteY56" fmla="*/ 2077320 h 6858000"/>
              <a:gd name="connsiteX57" fmla="*/ 1421458 w 7299977"/>
              <a:gd name="connsiteY57" fmla="*/ 2102219 h 6858000"/>
              <a:gd name="connsiteX58" fmla="*/ 1549386 w 7299977"/>
              <a:gd name="connsiteY58" fmla="*/ 2013292 h 6858000"/>
              <a:gd name="connsiteX59" fmla="*/ 1549386 w 7299977"/>
              <a:gd name="connsiteY59" fmla="*/ 1984836 h 6858000"/>
              <a:gd name="connsiteX60" fmla="*/ 1453440 w 7299977"/>
              <a:gd name="connsiteY60" fmla="*/ 1903025 h 6858000"/>
              <a:gd name="connsiteX61" fmla="*/ 1398198 w 7299977"/>
              <a:gd name="connsiteY61" fmla="*/ 1849668 h 6858000"/>
              <a:gd name="connsiteX62" fmla="*/ 1247011 w 7299977"/>
              <a:gd name="connsiteY62" fmla="*/ 1657587 h 6858000"/>
              <a:gd name="connsiteX63" fmla="*/ 1354586 w 7299977"/>
              <a:gd name="connsiteY63" fmla="*/ 1636245 h 6858000"/>
              <a:gd name="connsiteX64" fmla="*/ 1395290 w 7299977"/>
              <a:gd name="connsiteY64" fmla="*/ 1597117 h 6858000"/>
              <a:gd name="connsiteX65" fmla="*/ 1366216 w 7299977"/>
              <a:gd name="connsiteY65" fmla="*/ 1540204 h 6858000"/>
              <a:gd name="connsiteX66" fmla="*/ 1031858 w 7299977"/>
              <a:gd name="connsiteY66" fmla="*/ 1365909 h 6858000"/>
              <a:gd name="connsiteX67" fmla="*/ 1005692 w 7299977"/>
              <a:gd name="connsiteY67" fmla="*/ 1230741 h 6858000"/>
              <a:gd name="connsiteX68" fmla="*/ 1069655 w 7299977"/>
              <a:gd name="connsiteY68" fmla="*/ 1209399 h 6858000"/>
              <a:gd name="connsiteX69" fmla="*/ 1142342 w 7299977"/>
              <a:gd name="connsiteY69" fmla="*/ 1220069 h 6858000"/>
              <a:gd name="connsiteX70" fmla="*/ 1084193 w 7299977"/>
              <a:gd name="connsiteY70" fmla="*/ 1113358 h 6858000"/>
              <a:gd name="connsiteX71" fmla="*/ 848689 w 7299977"/>
              <a:gd name="connsiteY71" fmla="*/ 1006647 h 6858000"/>
              <a:gd name="connsiteX72" fmla="*/ 805077 w 7299977"/>
              <a:gd name="connsiteY72" fmla="*/ 949734 h 6858000"/>
              <a:gd name="connsiteX73" fmla="*/ 863226 w 7299977"/>
              <a:gd name="connsiteY73" fmla="*/ 921277 h 6858000"/>
              <a:gd name="connsiteX74" fmla="*/ 906838 w 7299977"/>
              <a:gd name="connsiteY74" fmla="*/ 910606 h 6858000"/>
              <a:gd name="connsiteX75" fmla="*/ 5527 w 7299977"/>
              <a:gd name="connsiteY75" fmla="*/ 465975 h 6858000"/>
              <a:gd name="connsiteX76" fmla="*/ 209049 w 7299977"/>
              <a:gd name="connsiteY76" fmla="*/ 462417 h 6858000"/>
              <a:gd name="connsiteX77" fmla="*/ 409664 w 7299977"/>
              <a:gd name="connsiteY77" fmla="*/ 533558 h 6858000"/>
              <a:gd name="connsiteX78" fmla="*/ 621908 w 7299977"/>
              <a:gd name="connsiteY78" fmla="*/ 522887 h 6858000"/>
              <a:gd name="connsiteX79" fmla="*/ 822522 w 7299977"/>
              <a:gd name="connsiteY79" fmla="*/ 558458 h 6858000"/>
              <a:gd name="connsiteX80" fmla="*/ 996969 w 7299977"/>
              <a:gd name="connsiteY80" fmla="*/ 558458 h 6858000"/>
              <a:gd name="connsiteX81" fmla="*/ 834151 w 7299977"/>
              <a:gd name="connsiteY81" fmla="*/ 505101 h 6858000"/>
              <a:gd name="connsiteX82" fmla="*/ 773095 w 7299977"/>
              <a:gd name="connsiteY82" fmla="*/ 416176 h 6858000"/>
              <a:gd name="connsiteX83" fmla="*/ 793447 w 7299977"/>
              <a:gd name="connsiteY83" fmla="*/ 334364 h 6858000"/>
              <a:gd name="connsiteX84" fmla="*/ 860319 w 7299977"/>
              <a:gd name="connsiteY84" fmla="*/ 359262 h 6858000"/>
              <a:gd name="connsiteX85" fmla="*/ 938820 w 7299977"/>
              <a:gd name="connsiteY85" fmla="*/ 451747 h 6858000"/>
              <a:gd name="connsiteX86" fmla="*/ 956265 w 7299977"/>
              <a:gd name="connsiteY86" fmla="*/ 394834 h 6858000"/>
              <a:gd name="connsiteX87" fmla="*/ 1002784 w 7299977"/>
              <a:gd name="connsiteY87" fmla="*/ 352148 h 6858000"/>
              <a:gd name="connsiteX88" fmla="*/ 1270270 w 7299977"/>
              <a:gd name="connsiteY88" fmla="*/ 373491 h 6858000"/>
              <a:gd name="connsiteX89" fmla="*/ 1092915 w 7299977"/>
              <a:gd name="connsiteY89" fmla="*/ 192082 h 6858000"/>
              <a:gd name="connsiteX90" fmla="*/ 979525 w 7299977"/>
              <a:gd name="connsiteY90" fmla="*/ 163625 h 6858000"/>
              <a:gd name="connsiteX91" fmla="*/ 953358 w 7299977"/>
              <a:gd name="connsiteY91" fmla="*/ 88927 h 6858000"/>
              <a:gd name="connsiteX92" fmla="*/ 1005692 w 7299977"/>
              <a:gd name="connsiteY92" fmla="*/ 71141 h 6858000"/>
              <a:gd name="connsiteX93" fmla="*/ 1267362 w 7299977"/>
              <a:gd name="connsiteY93" fmla="*/ 135168 h 6858000"/>
              <a:gd name="connsiteX94" fmla="*/ 1310975 w 7299977"/>
              <a:gd name="connsiteY94" fmla="*/ 110269 h 6858000"/>
              <a:gd name="connsiteX95" fmla="*/ 1008599 w 7299977"/>
              <a:gd name="connsiteY9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7299977" h="6858000">
                <a:moveTo>
                  <a:pt x="1008599" y="0"/>
                </a:moveTo>
                <a:lnTo>
                  <a:pt x="4420653" y="0"/>
                </a:lnTo>
                <a:lnTo>
                  <a:pt x="5511704" y="0"/>
                </a:lnTo>
                <a:lnTo>
                  <a:pt x="7299977" y="0"/>
                </a:lnTo>
                <a:lnTo>
                  <a:pt x="7299977" y="6858000"/>
                </a:lnTo>
                <a:lnTo>
                  <a:pt x="5511704" y="6858000"/>
                </a:lnTo>
                <a:lnTo>
                  <a:pt x="4420653" y="6858000"/>
                </a:lnTo>
                <a:lnTo>
                  <a:pt x="1592997" y="6858000"/>
                </a:lnTo>
                <a:cubicBezTo>
                  <a:pt x="1473792" y="6786859"/>
                  <a:pt x="1360401" y="6701489"/>
                  <a:pt x="1232473" y="6658805"/>
                </a:cubicBezTo>
                <a:cubicBezTo>
                  <a:pt x="1145250" y="6630349"/>
                  <a:pt x="1060933" y="6580550"/>
                  <a:pt x="1075471" y="6431153"/>
                </a:cubicBezTo>
                <a:cubicBezTo>
                  <a:pt x="1078378" y="6388469"/>
                  <a:pt x="1055118" y="6356456"/>
                  <a:pt x="1020229" y="6367127"/>
                </a:cubicBezTo>
                <a:cubicBezTo>
                  <a:pt x="953358" y="6388469"/>
                  <a:pt x="921375" y="6327999"/>
                  <a:pt x="883579" y="6281757"/>
                </a:cubicBezTo>
                <a:cubicBezTo>
                  <a:pt x="816707" y="6199945"/>
                  <a:pt x="752743" y="6114575"/>
                  <a:pt x="645167" y="6100347"/>
                </a:cubicBezTo>
                <a:cubicBezTo>
                  <a:pt x="665519" y="6036320"/>
                  <a:pt x="700408" y="6043434"/>
                  <a:pt x="732391" y="6057663"/>
                </a:cubicBezTo>
                <a:cubicBezTo>
                  <a:pt x="816707" y="6093234"/>
                  <a:pt x="901023" y="6132361"/>
                  <a:pt x="985339" y="6167932"/>
                </a:cubicBezTo>
                <a:cubicBezTo>
                  <a:pt x="1040581" y="6189274"/>
                  <a:pt x="1095822" y="6221287"/>
                  <a:pt x="1168509" y="6196388"/>
                </a:cubicBezTo>
                <a:cubicBezTo>
                  <a:pt x="1104545" y="6068335"/>
                  <a:pt x="996969" y="6043434"/>
                  <a:pt x="909746" y="6004307"/>
                </a:cubicBezTo>
                <a:cubicBezTo>
                  <a:pt x="802169" y="5954508"/>
                  <a:pt x="738206" y="5862025"/>
                  <a:pt x="659704" y="5755314"/>
                </a:cubicBezTo>
                <a:cubicBezTo>
                  <a:pt x="738206" y="5726858"/>
                  <a:pt x="787632" y="5805112"/>
                  <a:pt x="851597" y="5801555"/>
                </a:cubicBezTo>
                <a:cubicBezTo>
                  <a:pt x="854504" y="5790884"/>
                  <a:pt x="860319" y="5769542"/>
                  <a:pt x="860319" y="5769542"/>
                </a:cubicBezTo>
                <a:cubicBezTo>
                  <a:pt x="755650" y="5712629"/>
                  <a:pt x="709132" y="5605917"/>
                  <a:pt x="691686" y="5474306"/>
                </a:cubicBezTo>
                <a:cubicBezTo>
                  <a:pt x="685872" y="5406721"/>
                  <a:pt x="648075" y="5385379"/>
                  <a:pt x="610278" y="5353367"/>
                </a:cubicBezTo>
                <a:cubicBezTo>
                  <a:pt x="482350" y="5243097"/>
                  <a:pt x="345700" y="5143500"/>
                  <a:pt x="238123" y="4994104"/>
                </a:cubicBezTo>
                <a:cubicBezTo>
                  <a:pt x="363144" y="5011889"/>
                  <a:pt x="461997" y="5111487"/>
                  <a:pt x="592833" y="5154171"/>
                </a:cubicBezTo>
                <a:cubicBezTo>
                  <a:pt x="488165" y="4990547"/>
                  <a:pt x="351514" y="4905177"/>
                  <a:pt x="226494" y="4805580"/>
                </a:cubicBezTo>
                <a:cubicBezTo>
                  <a:pt x="168344" y="4759339"/>
                  <a:pt x="116011" y="4702425"/>
                  <a:pt x="49139" y="4677526"/>
                </a:cubicBezTo>
                <a:cubicBezTo>
                  <a:pt x="25879" y="4670412"/>
                  <a:pt x="-14826" y="4652628"/>
                  <a:pt x="5527" y="4602828"/>
                </a:cubicBezTo>
                <a:cubicBezTo>
                  <a:pt x="22972" y="4560144"/>
                  <a:pt x="54954" y="4574373"/>
                  <a:pt x="84029" y="4585042"/>
                </a:cubicBezTo>
                <a:cubicBezTo>
                  <a:pt x="153807" y="4613499"/>
                  <a:pt x="229401" y="4613499"/>
                  <a:pt x="325347" y="4613499"/>
                </a:cubicBezTo>
                <a:cubicBezTo>
                  <a:pt x="243939" y="4478331"/>
                  <a:pt x="95658" y="4521016"/>
                  <a:pt x="25879" y="4378734"/>
                </a:cubicBezTo>
                <a:cubicBezTo>
                  <a:pt x="113103" y="4353835"/>
                  <a:pt x="179975" y="4403633"/>
                  <a:pt x="249753" y="4414305"/>
                </a:cubicBezTo>
                <a:cubicBezTo>
                  <a:pt x="313718" y="4424975"/>
                  <a:pt x="328254" y="4400076"/>
                  <a:pt x="313718" y="4321821"/>
                </a:cubicBezTo>
                <a:cubicBezTo>
                  <a:pt x="290458" y="4200882"/>
                  <a:pt x="325347" y="4140411"/>
                  <a:pt x="418386" y="4172424"/>
                </a:cubicBezTo>
                <a:cubicBezTo>
                  <a:pt x="505609" y="4204438"/>
                  <a:pt x="514332" y="4158196"/>
                  <a:pt x="491072" y="4090612"/>
                </a:cubicBezTo>
                <a:cubicBezTo>
                  <a:pt x="456183" y="3991015"/>
                  <a:pt x="493979" y="3912759"/>
                  <a:pt x="520147" y="3827390"/>
                </a:cubicBezTo>
                <a:cubicBezTo>
                  <a:pt x="560851" y="3699337"/>
                  <a:pt x="543407" y="3635309"/>
                  <a:pt x="459090" y="3539269"/>
                </a:cubicBezTo>
                <a:cubicBezTo>
                  <a:pt x="409664" y="3485914"/>
                  <a:pt x="360236" y="3439672"/>
                  <a:pt x="290458" y="3393429"/>
                </a:cubicBezTo>
                <a:cubicBezTo>
                  <a:pt x="450368" y="3368530"/>
                  <a:pt x="284643" y="3283162"/>
                  <a:pt x="339884" y="3229805"/>
                </a:cubicBezTo>
                <a:cubicBezTo>
                  <a:pt x="453275" y="3208463"/>
                  <a:pt x="543407" y="3379202"/>
                  <a:pt x="697501" y="3329402"/>
                </a:cubicBezTo>
                <a:cubicBezTo>
                  <a:pt x="511425" y="3183563"/>
                  <a:pt x="302087" y="3137322"/>
                  <a:pt x="165437" y="2941684"/>
                </a:cubicBezTo>
                <a:cubicBezTo>
                  <a:pt x="197419" y="2899000"/>
                  <a:pt x="229401" y="2941684"/>
                  <a:pt x="255568" y="2923898"/>
                </a:cubicBezTo>
                <a:cubicBezTo>
                  <a:pt x="255568" y="2913227"/>
                  <a:pt x="560851" y="2980812"/>
                  <a:pt x="578296" y="2703362"/>
                </a:cubicBezTo>
                <a:cubicBezTo>
                  <a:pt x="584111" y="2703362"/>
                  <a:pt x="589926" y="2703362"/>
                  <a:pt x="595740" y="2692689"/>
                </a:cubicBezTo>
                <a:cubicBezTo>
                  <a:pt x="627722" y="2653563"/>
                  <a:pt x="598648" y="2561080"/>
                  <a:pt x="650982" y="2553965"/>
                </a:cubicBezTo>
                <a:cubicBezTo>
                  <a:pt x="709132" y="2546851"/>
                  <a:pt x="764373" y="2514837"/>
                  <a:pt x="825429" y="2532623"/>
                </a:cubicBezTo>
                <a:cubicBezTo>
                  <a:pt x="871949" y="2546851"/>
                  <a:pt x="921375" y="2564636"/>
                  <a:pt x="970802" y="2564636"/>
                </a:cubicBezTo>
                <a:cubicBezTo>
                  <a:pt x="1023136" y="2564636"/>
                  <a:pt x="1095822" y="2685576"/>
                  <a:pt x="1127805" y="2525509"/>
                </a:cubicBezTo>
                <a:cubicBezTo>
                  <a:pt x="1127805" y="2518395"/>
                  <a:pt x="1217936" y="2536181"/>
                  <a:pt x="1267362" y="2543294"/>
                </a:cubicBezTo>
                <a:cubicBezTo>
                  <a:pt x="1308067" y="2550408"/>
                  <a:pt x="1357494" y="2582422"/>
                  <a:pt x="1386568" y="2518395"/>
                </a:cubicBezTo>
                <a:cubicBezTo>
                  <a:pt x="1401105" y="2479267"/>
                  <a:pt x="1331326" y="2408126"/>
                  <a:pt x="1270270" y="2401012"/>
                </a:cubicBezTo>
                <a:cubicBezTo>
                  <a:pt x="1215029" y="2393898"/>
                  <a:pt x="1159787" y="2386784"/>
                  <a:pt x="1107453" y="2401012"/>
                </a:cubicBezTo>
                <a:cubicBezTo>
                  <a:pt x="1043489" y="2418796"/>
                  <a:pt x="1008599" y="2390340"/>
                  <a:pt x="991154" y="2326314"/>
                </a:cubicBezTo>
                <a:cubicBezTo>
                  <a:pt x="970802" y="2258731"/>
                  <a:pt x="933005" y="2223159"/>
                  <a:pt x="880671" y="2191146"/>
                </a:cubicBezTo>
                <a:cubicBezTo>
                  <a:pt x="752743" y="2112891"/>
                  <a:pt x="630630" y="2020407"/>
                  <a:pt x="491072" y="1974165"/>
                </a:cubicBezTo>
                <a:cubicBezTo>
                  <a:pt x="464905" y="1967051"/>
                  <a:pt x="432923" y="1952823"/>
                  <a:pt x="421293" y="1892353"/>
                </a:cubicBezTo>
                <a:cubicBezTo>
                  <a:pt x="799262" y="1984836"/>
                  <a:pt x="1142342" y="2223159"/>
                  <a:pt x="1531941" y="2208931"/>
                </a:cubicBezTo>
                <a:cubicBezTo>
                  <a:pt x="1427272" y="2134233"/>
                  <a:pt x="1302252" y="2130676"/>
                  <a:pt x="1188861" y="2077320"/>
                </a:cubicBezTo>
                <a:cubicBezTo>
                  <a:pt x="1270270" y="2038192"/>
                  <a:pt x="1345864" y="2080877"/>
                  <a:pt x="1421458" y="2102219"/>
                </a:cubicBezTo>
                <a:cubicBezTo>
                  <a:pt x="1485422" y="2120004"/>
                  <a:pt x="1543571" y="2123562"/>
                  <a:pt x="1549386" y="2013292"/>
                </a:cubicBezTo>
                <a:cubicBezTo>
                  <a:pt x="1549386" y="2002622"/>
                  <a:pt x="1549386" y="1995507"/>
                  <a:pt x="1549386" y="1984836"/>
                </a:cubicBezTo>
                <a:cubicBezTo>
                  <a:pt x="1526126" y="1938595"/>
                  <a:pt x="1494144" y="1917252"/>
                  <a:pt x="1453440" y="1903025"/>
                </a:cubicBezTo>
                <a:cubicBezTo>
                  <a:pt x="1430180" y="1895910"/>
                  <a:pt x="1398198" y="1881683"/>
                  <a:pt x="1398198" y="1849668"/>
                </a:cubicBezTo>
                <a:cubicBezTo>
                  <a:pt x="1401105" y="1728729"/>
                  <a:pt x="1322604" y="1693158"/>
                  <a:pt x="1247011" y="1657587"/>
                </a:cubicBezTo>
                <a:cubicBezTo>
                  <a:pt x="1287715" y="1597117"/>
                  <a:pt x="1322604" y="1639802"/>
                  <a:pt x="1354586" y="1636245"/>
                </a:cubicBezTo>
                <a:cubicBezTo>
                  <a:pt x="1374939" y="1632688"/>
                  <a:pt x="1395290" y="1629132"/>
                  <a:pt x="1395290" y="1597117"/>
                </a:cubicBezTo>
                <a:cubicBezTo>
                  <a:pt x="1395290" y="1572219"/>
                  <a:pt x="1386568" y="1540204"/>
                  <a:pt x="1366216" y="1540204"/>
                </a:cubicBezTo>
                <a:cubicBezTo>
                  <a:pt x="1238288" y="1536647"/>
                  <a:pt x="1165601" y="1365909"/>
                  <a:pt x="1031858" y="1365909"/>
                </a:cubicBezTo>
                <a:cubicBezTo>
                  <a:pt x="950450" y="1365909"/>
                  <a:pt x="1072563" y="1269868"/>
                  <a:pt x="1005692" y="1230741"/>
                </a:cubicBezTo>
                <a:cubicBezTo>
                  <a:pt x="991154" y="1220069"/>
                  <a:pt x="1046396" y="1205842"/>
                  <a:pt x="1069655" y="1209399"/>
                </a:cubicBezTo>
                <a:cubicBezTo>
                  <a:pt x="1092915" y="1212955"/>
                  <a:pt x="1113268" y="1237855"/>
                  <a:pt x="1142342" y="1220069"/>
                </a:cubicBezTo>
                <a:cubicBezTo>
                  <a:pt x="1156879" y="1156043"/>
                  <a:pt x="1119082" y="1131144"/>
                  <a:pt x="1084193" y="1113358"/>
                </a:cubicBezTo>
                <a:cubicBezTo>
                  <a:pt x="1008599" y="1070674"/>
                  <a:pt x="933005" y="1020875"/>
                  <a:pt x="848689" y="1006647"/>
                </a:cubicBezTo>
                <a:cubicBezTo>
                  <a:pt x="819615" y="1003089"/>
                  <a:pt x="802169" y="985305"/>
                  <a:pt x="805077" y="949734"/>
                </a:cubicBezTo>
                <a:cubicBezTo>
                  <a:pt x="810892" y="903491"/>
                  <a:pt x="839967" y="917720"/>
                  <a:pt x="863226" y="921277"/>
                </a:cubicBezTo>
                <a:cubicBezTo>
                  <a:pt x="877764" y="924835"/>
                  <a:pt x="892301" y="935506"/>
                  <a:pt x="906838" y="910606"/>
                </a:cubicBezTo>
                <a:cubicBezTo>
                  <a:pt x="566666" y="658055"/>
                  <a:pt x="386404" y="672284"/>
                  <a:pt x="5527" y="465975"/>
                </a:cubicBezTo>
                <a:cubicBezTo>
                  <a:pt x="89843" y="426847"/>
                  <a:pt x="150900" y="455303"/>
                  <a:pt x="209049" y="462417"/>
                </a:cubicBezTo>
                <a:cubicBezTo>
                  <a:pt x="354422" y="480203"/>
                  <a:pt x="264290" y="512216"/>
                  <a:pt x="409664" y="533558"/>
                </a:cubicBezTo>
                <a:cubicBezTo>
                  <a:pt x="479443" y="544229"/>
                  <a:pt x="543407" y="579800"/>
                  <a:pt x="621908" y="522887"/>
                </a:cubicBezTo>
                <a:cubicBezTo>
                  <a:pt x="674242" y="483759"/>
                  <a:pt x="758558" y="526444"/>
                  <a:pt x="822522" y="558458"/>
                </a:cubicBezTo>
                <a:cubicBezTo>
                  <a:pt x="874856" y="586915"/>
                  <a:pt x="927190" y="594028"/>
                  <a:pt x="996969" y="558458"/>
                </a:cubicBezTo>
                <a:cubicBezTo>
                  <a:pt x="933005" y="537116"/>
                  <a:pt x="883579" y="519330"/>
                  <a:pt x="834151" y="505101"/>
                </a:cubicBezTo>
                <a:cubicBezTo>
                  <a:pt x="793447" y="494431"/>
                  <a:pt x="770187" y="469532"/>
                  <a:pt x="773095" y="416176"/>
                </a:cubicBezTo>
                <a:cubicBezTo>
                  <a:pt x="773095" y="387720"/>
                  <a:pt x="764373" y="348592"/>
                  <a:pt x="793447" y="334364"/>
                </a:cubicBezTo>
                <a:cubicBezTo>
                  <a:pt x="816707" y="320135"/>
                  <a:pt x="848689" y="334364"/>
                  <a:pt x="860319" y="359262"/>
                </a:cubicBezTo>
                <a:cubicBezTo>
                  <a:pt x="874856" y="405504"/>
                  <a:pt x="889393" y="448189"/>
                  <a:pt x="938820" y="451747"/>
                </a:cubicBezTo>
                <a:cubicBezTo>
                  <a:pt x="1005692" y="458860"/>
                  <a:pt x="967894" y="430405"/>
                  <a:pt x="956265" y="394834"/>
                </a:cubicBezTo>
                <a:cubicBezTo>
                  <a:pt x="944635" y="355706"/>
                  <a:pt x="979525" y="345034"/>
                  <a:pt x="1002784" y="352148"/>
                </a:cubicBezTo>
                <a:cubicBezTo>
                  <a:pt x="1090008" y="384162"/>
                  <a:pt x="1180139" y="327250"/>
                  <a:pt x="1270270" y="373491"/>
                </a:cubicBezTo>
                <a:cubicBezTo>
                  <a:pt x="1247011" y="259665"/>
                  <a:pt x="1197583" y="209867"/>
                  <a:pt x="1092915" y="192082"/>
                </a:cubicBezTo>
                <a:cubicBezTo>
                  <a:pt x="1055118" y="188525"/>
                  <a:pt x="1014414" y="195638"/>
                  <a:pt x="979525" y="163625"/>
                </a:cubicBezTo>
                <a:cubicBezTo>
                  <a:pt x="959172" y="145839"/>
                  <a:pt x="938820" y="124497"/>
                  <a:pt x="953358" y="88927"/>
                </a:cubicBezTo>
                <a:cubicBezTo>
                  <a:pt x="962080" y="64027"/>
                  <a:pt x="985339" y="64027"/>
                  <a:pt x="1005692" y="71141"/>
                </a:cubicBezTo>
                <a:cubicBezTo>
                  <a:pt x="1090008" y="110269"/>
                  <a:pt x="1180139" y="120941"/>
                  <a:pt x="1267362" y="135168"/>
                </a:cubicBezTo>
                <a:cubicBezTo>
                  <a:pt x="1281900" y="138725"/>
                  <a:pt x="1296437" y="145839"/>
                  <a:pt x="1310975" y="110269"/>
                </a:cubicBezTo>
                <a:cubicBezTo>
                  <a:pt x="1209214" y="78255"/>
                  <a:pt x="1110360" y="35571"/>
                  <a:pt x="1008599" y="0"/>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59580437-CD15-0AEB-414A-91C6D37ADC15}"/>
              </a:ext>
            </a:extLst>
          </p:cNvPr>
          <p:cNvSpPr>
            <a:spLocks noGrp="1"/>
          </p:cNvSpPr>
          <p:nvPr>
            <p:ph type="title"/>
          </p:nvPr>
        </p:nvSpPr>
        <p:spPr>
          <a:xfrm>
            <a:off x="275303" y="1065749"/>
            <a:ext cx="3714750" cy="4726502"/>
          </a:xfrm>
        </p:spPr>
        <p:txBody>
          <a:bodyPr>
            <a:normAutofit/>
          </a:bodyPr>
          <a:lstStyle/>
          <a:p>
            <a:r>
              <a:rPr lang="en-IN" dirty="0"/>
              <a:t>System</a:t>
            </a:r>
            <a:br>
              <a:rPr lang="en-IN" dirty="0"/>
            </a:br>
            <a:r>
              <a:rPr lang="en-IN" dirty="0"/>
              <a:t>Architecture</a:t>
            </a:r>
          </a:p>
        </p:txBody>
      </p:sp>
      <p:sp>
        <p:nvSpPr>
          <p:cNvPr id="3" name="Content Placeholder 2">
            <a:extLst>
              <a:ext uri="{FF2B5EF4-FFF2-40B4-BE49-F238E27FC236}">
                <a16:creationId xmlns:a16="http://schemas.microsoft.com/office/drawing/2014/main" id="{7FEE3CBA-C856-00B4-E77D-4464C7B2045B}"/>
              </a:ext>
            </a:extLst>
          </p:cNvPr>
          <p:cNvSpPr>
            <a:spLocks noGrp="1"/>
          </p:cNvSpPr>
          <p:nvPr>
            <p:ph idx="1"/>
          </p:nvPr>
        </p:nvSpPr>
        <p:spPr>
          <a:xfrm>
            <a:off x="3741683" y="428177"/>
            <a:ext cx="4773667" cy="6144687"/>
          </a:xfrm>
        </p:spPr>
        <p:txBody>
          <a:bodyPr anchor="ctr">
            <a:normAutofit/>
          </a:bodyPr>
          <a:lstStyle/>
          <a:p>
            <a:r>
              <a:rPr lang="en-IN" sz="2000" dirty="0">
                <a:latin typeface="Times New Roman" panose="02020603050405020304" pitchFamily="18" charset="0"/>
                <a:cs typeface="Times New Roman" panose="02020603050405020304" pitchFamily="18" charset="0"/>
              </a:rPr>
              <a:t>Frontend: HTML5, CSS3, JavaScript, 				Bootstrap5</a:t>
            </a:r>
          </a:p>
          <a:p>
            <a:r>
              <a:rPr lang="en-IN" sz="2000" dirty="0">
                <a:latin typeface="Times New Roman" panose="02020603050405020304" pitchFamily="18" charset="0"/>
                <a:cs typeface="Times New Roman" panose="02020603050405020304" pitchFamily="18" charset="0"/>
              </a:rPr>
              <a:t>Backend : Django</a:t>
            </a:r>
          </a:p>
          <a:p>
            <a:r>
              <a:rPr lang="en-IN" sz="2000" dirty="0">
                <a:latin typeface="Times New Roman" panose="02020603050405020304" pitchFamily="18" charset="0"/>
                <a:cs typeface="Times New Roman" panose="02020603050405020304" pitchFamily="18" charset="0"/>
              </a:rPr>
              <a:t>Database: Sqlite3</a:t>
            </a:r>
          </a:p>
          <a:p>
            <a:r>
              <a:rPr lang="en-IN" sz="2000" dirty="0">
                <a:latin typeface="Times New Roman" panose="02020603050405020304" pitchFamily="18" charset="0"/>
                <a:cs typeface="Times New Roman" panose="02020603050405020304" pitchFamily="18" charset="0"/>
              </a:rPr>
              <a:t>Deployment : PythonAnywhere</a:t>
            </a:r>
          </a:p>
        </p:txBody>
      </p:sp>
    </p:spTree>
    <p:extLst>
      <p:ext uri="{BB962C8B-B14F-4D97-AF65-F5344CB8AC3E}">
        <p14:creationId xmlns:p14="http://schemas.microsoft.com/office/powerpoint/2010/main" val="216506964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0339EE9-5436-4860-BBFC-7CD7C90D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A770EBD-5B77-46EC-BF58-EF27ACD6B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1" y="0"/>
            <a:ext cx="5653279" cy="6858000"/>
          </a:xfrm>
          <a:custGeom>
            <a:avLst/>
            <a:gdLst>
              <a:gd name="connsiteX0" fmla="*/ 1008599 w 7299977"/>
              <a:gd name="connsiteY0" fmla="*/ 0 h 6858000"/>
              <a:gd name="connsiteX1" fmla="*/ 4420653 w 7299977"/>
              <a:gd name="connsiteY1" fmla="*/ 0 h 6858000"/>
              <a:gd name="connsiteX2" fmla="*/ 5511704 w 7299977"/>
              <a:gd name="connsiteY2" fmla="*/ 0 h 6858000"/>
              <a:gd name="connsiteX3" fmla="*/ 7299977 w 7299977"/>
              <a:gd name="connsiteY3" fmla="*/ 0 h 6858000"/>
              <a:gd name="connsiteX4" fmla="*/ 7299977 w 7299977"/>
              <a:gd name="connsiteY4" fmla="*/ 6858000 h 6858000"/>
              <a:gd name="connsiteX5" fmla="*/ 5511704 w 7299977"/>
              <a:gd name="connsiteY5" fmla="*/ 6858000 h 6858000"/>
              <a:gd name="connsiteX6" fmla="*/ 4420653 w 7299977"/>
              <a:gd name="connsiteY6" fmla="*/ 6858000 h 6858000"/>
              <a:gd name="connsiteX7" fmla="*/ 1592997 w 7299977"/>
              <a:gd name="connsiteY7" fmla="*/ 6858000 h 6858000"/>
              <a:gd name="connsiteX8" fmla="*/ 1232473 w 7299977"/>
              <a:gd name="connsiteY8" fmla="*/ 6658805 h 6858000"/>
              <a:gd name="connsiteX9" fmla="*/ 1075471 w 7299977"/>
              <a:gd name="connsiteY9" fmla="*/ 6431153 h 6858000"/>
              <a:gd name="connsiteX10" fmla="*/ 1020229 w 7299977"/>
              <a:gd name="connsiteY10" fmla="*/ 6367127 h 6858000"/>
              <a:gd name="connsiteX11" fmla="*/ 883579 w 7299977"/>
              <a:gd name="connsiteY11" fmla="*/ 6281757 h 6858000"/>
              <a:gd name="connsiteX12" fmla="*/ 645167 w 7299977"/>
              <a:gd name="connsiteY12" fmla="*/ 6100347 h 6858000"/>
              <a:gd name="connsiteX13" fmla="*/ 732391 w 7299977"/>
              <a:gd name="connsiteY13" fmla="*/ 6057663 h 6858000"/>
              <a:gd name="connsiteX14" fmla="*/ 985339 w 7299977"/>
              <a:gd name="connsiteY14" fmla="*/ 6167932 h 6858000"/>
              <a:gd name="connsiteX15" fmla="*/ 1168509 w 7299977"/>
              <a:gd name="connsiteY15" fmla="*/ 6196388 h 6858000"/>
              <a:gd name="connsiteX16" fmla="*/ 909746 w 7299977"/>
              <a:gd name="connsiteY16" fmla="*/ 6004307 h 6858000"/>
              <a:gd name="connsiteX17" fmla="*/ 659704 w 7299977"/>
              <a:gd name="connsiteY17" fmla="*/ 5755314 h 6858000"/>
              <a:gd name="connsiteX18" fmla="*/ 851597 w 7299977"/>
              <a:gd name="connsiteY18" fmla="*/ 5801555 h 6858000"/>
              <a:gd name="connsiteX19" fmla="*/ 860319 w 7299977"/>
              <a:gd name="connsiteY19" fmla="*/ 5769542 h 6858000"/>
              <a:gd name="connsiteX20" fmla="*/ 691686 w 7299977"/>
              <a:gd name="connsiteY20" fmla="*/ 5474306 h 6858000"/>
              <a:gd name="connsiteX21" fmla="*/ 610278 w 7299977"/>
              <a:gd name="connsiteY21" fmla="*/ 5353367 h 6858000"/>
              <a:gd name="connsiteX22" fmla="*/ 238123 w 7299977"/>
              <a:gd name="connsiteY22" fmla="*/ 4994104 h 6858000"/>
              <a:gd name="connsiteX23" fmla="*/ 592833 w 7299977"/>
              <a:gd name="connsiteY23" fmla="*/ 5154171 h 6858000"/>
              <a:gd name="connsiteX24" fmla="*/ 226494 w 7299977"/>
              <a:gd name="connsiteY24" fmla="*/ 4805580 h 6858000"/>
              <a:gd name="connsiteX25" fmla="*/ 49139 w 7299977"/>
              <a:gd name="connsiteY25" fmla="*/ 4677526 h 6858000"/>
              <a:gd name="connsiteX26" fmla="*/ 5527 w 7299977"/>
              <a:gd name="connsiteY26" fmla="*/ 4602828 h 6858000"/>
              <a:gd name="connsiteX27" fmla="*/ 84029 w 7299977"/>
              <a:gd name="connsiteY27" fmla="*/ 4585042 h 6858000"/>
              <a:gd name="connsiteX28" fmla="*/ 325347 w 7299977"/>
              <a:gd name="connsiteY28" fmla="*/ 4613499 h 6858000"/>
              <a:gd name="connsiteX29" fmla="*/ 25879 w 7299977"/>
              <a:gd name="connsiteY29" fmla="*/ 4378734 h 6858000"/>
              <a:gd name="connsiteX30" fmla="*/ 249753 w 7299977"/>
              <a:gd name="connsiteY30" fmla="*/ 4414305 h 6858000"/>
              <a:gd name="connsiteX31" fmla="*/ 313718 w 7299977"/>
              <a:gd name="connsiteY31" fmla="*/ 4321821 h 6858000"/>
              <a:gd name="connsiteX32" fmla="*/ 418386 w 7299977"/>
              <a:gd name="connsiteY32" fmla="*/ 4172424 h 6858000"/>
              <a:gd name="connsiteX33" fmla="*/ 491072 w 7299977"/>
              <a:gd name="connsiteY33" fmla="*/ 4090612 h 6858000"/>
              <a:gd name="connsiteX34" fmla="*/ 520147 w 7299977"/>
              <a:gd name="connsiteY34" fmla="*/ 3827390 h 6858000"/>
              <a:gd name="connsiteX35" fmla="*/ 459090 w 7299977"/>
              <a:gd name="connsiteY35" fmla="*/ 3539269 h 6858000"/>
              <a:gd name="connsiteX36" fmla="*/ 290458 w 7299977"/>
              <a:gd name="connsiteY36" fmla="*/ 3393429 h 6858000"/>
              <a:gd name="connsiteX37" fmla="*/ 339884 w 7299977"/>
              <a:gd name="connsiteY37" fmla="*/ 3229805 h 6858000"/>
              <a:gd name="connsiteX38" fmla="*/ 697501 w 7299977"/>
              <a:gd name="connsiteY38" fmla="*/ 3329402 h 6858000"/>
              <a:gd name="connsiteX39" fmla="*/ 165437 w 7299977"/>
              <a:gd name="connsiteY39" fmla="*/ 2941684 h 6858000"/>
              <a:gd name="connsiteX40" fmla="*/ 255568 w 7299977"/>
              <a:gd name="connsiteY40" fmla="*/ 2923898 h 6858000"/>
              <a:gd name="connsiteX41" fmla="*/ 578296 w 7299977"/>
              <a:gd name="connsiteY41" fmla="*/ 2703362 h 6858000"/>
              <a:gd name="connsiteX42" fmla="*/ 595740 w 7299977"/>
              <a:gd name="connsiteY42" fmla="*/ 2692689 h 6858000"/>
              <a:gd name="connsiteX43" fmla="*/ 650982 w 7299977"/>
              <a:gd name="connsiteY43" fmla="*/ 2553965 h 6858000"/>
              <a:gd name="connsiteX44" fmla="*/ 825429 w 7299977"/>
              <a:gd name="connsiteY44" fmla="*/ 2532623 h 6858000"/>
              <a:gd name="connsiteX45" fmla="*/ 970802 w 7299977"/>
              <a:gd name="connsiteY45" fmla="*/ 2564636 h 6858000"/>
              <a:gd name="connsiteX46" fmla="*/ 1127805 w 7299977"/>
              <a:gd name="connsiteY46" fmla="*/ 2525509 h 6858000"/>
              <a:gd name="connsiteX47" fmla="*/ 1267362 w 7299977"/>
              <a:gd name="connsiteY47" fmla="*/ 2543294 h 6858000"/>
              <a:gd name="connsiteX48" fmla="*/ 1386568 w 7299977"/>
              <a:gd name="connsiteY48" fmla="*/ 2518395 h 6858000"/>
              <a:gd name="connsiteX49" fmla="*/ 1270270 w 7299977"/>
              <a:gd name="connsiteY49" fmla="*/ 2401012 h 6858000"/>
              <a:gd name="connsiteX50" fmla="*/ 1107453 w 7299977"/>
              <a:gd name="connsiteY50" fmla="*/ 2401012 h 6858000"/>
              <a:gd name="connsiteX51" fmla="*/ 991154 w 7299977"/>
              <a:gd name="connsiteY51" fmla="*/ 2326314 h 6858000"/>
              <a:gd name="connsiteX52" fmla="*/ 880671 w 7299977"/>
              <a:gd name="connsiteY52" fmla="*/ 2191146 h 6858000"/>
              <a:gd name="connsiteX53" fmla="*/ 491072 w 7299977"/>
              <a:gd name="connsiteY53" fmla="*/ 1974165 h 6858000"/>
              <a:gd name="connsiteX54" fmla="*/ 421293 w 7299977"/>
              <a:gd name="connsiteY54" fmla="*/ 1892353 h 6858000"/>
              <a:gd name="connsiteX55" fmla="*/ 1531941 w 7299977"/>
              <a:gd name="connsiteY55" fmla="*/ 2208931 h 6858000"/>
              <a:gd name="connsiteX56" fmla="*/ 1188861 w 7299977"/>
              <a:gd name="connsiteY56" fmla="*/ 2077320 h 6858000"/>
              <a:gd name="connsiteX57" fmla="*/ 1421458 w 7299977"/>
              <a:gd name="connsiteY57" fmla="*/ 2102219 h 6858000"/>
              <a:gd name="connsiteX58" fmla="*/ 1549386 w 7299977"/>
              <a:gd name="connsiteY58" fmla="*/ 2013292 h 6858000"/>
              <a:gd name="connsiteX59" fmla="*/ 1549386 w 7299977"/>
              <a:gd name="connsiteY59" fmla="*/ 1984836 h 6858000"/>
              <a:gd name="connsiteX60" fmla="*/ 1453440 w 7299977"/>
              <a:gd name="connsiteY60" fmla="*/ 1903025 h 6858000"/>
              <a:gd name="connsiteX61" fmla="*/ 1398198 w 7299977"/>
              <a:gd name="connsiteY61" fmla="*/ 1849668 h 6858000"/>
              <a:gd name="connsiteX62" fmla="*/ 1247011 w 7299977"/>
              <a:gd name="connsiteY62" fmla="*/ 1657587 h 6858000"/>
              <a:gd name="connsiteX63" fmla="*/ 1354586 w 7299977"/>
              <a:gd name="connsiteY63" fmla="*/ 1636245 h 6858000"/>
              <a:gd name="connsiteX64" fmla="*/ 1395290 w 7299977"/>
              <a:gd name="connsiteY64" fmla="*/ 1597117 h 6858000"/>
              <a:gd name="connsiteX65" fmla="*/ 1366216 w 7299977"/>
              <a:gd name="connsiteY65" fmla="*/ 1540204 h 6858000"/>
              <a:gd name="connsiteX66" fmla="*/ 1031858 w 7299977"/>
              <a:gd name="connsiteY66" fmla="*/ 1365909 h 6858000"/>
              <a:gd name="connsiteX67" fmla="*/ 1005692 w 7299977"/>
              <a:gd name="connsiteY67" fmla="*/ 1230741 h 6858000"/>
              <a:gd name="connsiteX68" fmla="*/ 1069655 w 7299977"/>
              <a:gd name="connsiteY68" fmla="*/ 1209399 h 6858000"/>
              <a:gd name="connsiteX69" fmla="*/ 1142342 w 7299977"/>
              <a:gd name="connsiteY69" fmla="*/ 1220069 h 6858000"/>
              <a:gd name="connsiteX70" fmla="*/ 1084193 w 7299977"/>
              <a:gd name="connsiteY70" fmla="*/ 1113358 h 6858000"/>
              <a:gd name="connsiteX71" fmla="*/ 848689 w 7299977"/>
              <a:gd name="connsiteY71" fmla="*/ 1006647 h 6858000"/>
              <a:gd name="connsiteX72" fmla="*/ 805077 w 7299977"/>
              <a:gd name="connsiteY72" fmla="*/ 949734 h 6858000"/>
              <a:gd name="connsiteX73" fmla="*/ 863226 w 7299977"/>
              <a:gd name="connsiteY73" fmla="*/ 921277 h 6858000"/>
              <a:gd name="connsiteX74" fmla="*/ 906838 w 7299977"/>
              <a:gd name="connsiteY74" fmla="*/ 910606 h 6858000"/>
              <a:gd name="connsiteX75" fmla="*/ 5527 w 7299977"/>
              <a:gd name="connsiteY75" fmla="*/ 465975 h 6858000"/>
              <a:gd name="connsiteX76" fmla="*/ 209049 w 7299977"/>
              <a:gd name="connsiteY76" fmla="*/ 462417 h 6858000"/>
              <a:gd name="connsiteX77" fmla="*/ 409664 w 7299977"/>
              <a:gd name="connsiteY77" fmla="*/ 533558 h 6858000"/>
              <a:gd name="connsiteX78" fmla="*/ 621908 w 7299977"/>
              <a:gd name="connsiteY78" fmla="*/ 522887 h 6858000"/>
              <a:gd name="connsiteX79" fmla="*/ 822522 w 7299977"/>
              <a:gd name="connsiteY79" fmla="*/ 558458 h 6858000"/>
              <a:gd name="connsiteX80" fmla="*/ 996969 w 7299977"/>
              <a:gd name="connsiteY80" fmla="*/ 558458 h 6858000"/>
              <a:gd name="connsiteX81" fmla="*/ 834151 w 7299977"/>
              <a:gd name="connsiteY81" fmla="*/ 505101 h 6858000"/>
              <a:gd name="connsiteX82" fmla="*/ 773095 w 7299977"/>
              <a:gd name="connsiteY82" fmla="*/ 416176 h 6858000"/>
              <a:gd name="connsiteX83" fmla="*/ 793447 w 7299977"/>
              <a:gd name="connsiteY83" fmla="*/ 334364 h 6858000"/>
              <a:gd name="connsiteX84" fmla="*/ 860319 w 7299977"/>
              <a:gd name="connsiteY84" fmla="*/ 359262 h 6858000"/>
              <a:gd name="connsiteX85" fmla="*/ 938820 w 7299977"/>
              <a:gd name="connsiteY85" fmla="*/ 451747 h 6858000"/>
              <a:gd name="connsiteX86" fmla="*/ 956265 w 7299977"/>
              <a:gd name="connsiteY86" fmla="*/ 394834 h 6858000"/>
              <a:gd name="connsiteX87" fmla="*/ 1002784 w 7299977"/>
              <a:gd name="connsiteY87" fmla="*/ 352148 h 6858000"/>
              <a:gd name="connsiteX88" fmla="*/ 1270270 w 7299977"/>
              <a:gd name="connsiteY88" fmla="*/ 373491 h 6858000"/>
              <a:gd name="connsiteX89" fmla="*/ 1092915 w 7299977"/>
              <a:gd name="connsiteY89" fmla="*/ 192082 h 6858000"/>
              <a:gd name="connsiteX90" fmla="*/ 979525 w 7299977"/>
              <a:gd name="connsiteY90" fmla="*/ 163625 h 6858000"/>
              <a:gd name="connsiteX91" fmla="*/ 953358 w 7299977"/>
              <a:gd name="connsiteY91" fmla="*/ 88927 h 6858000"/>
              <a:gd name="connsiteX92" fmla="*/ 1005692 w 7299977"/>
              <a:gd name="connsiteY92" fmla="*/ 71141 h 6858000"/>
              <a:gd name="connsiteX93" fmla="*/ 1267362 w 7299977"/>
              <a:gd name="connsiteY93" fmla="*/ 135168 h 6858000"/>
              <a:gd name="connsiteX94" fmla="*/ 1310975 w 7299977"/>
              <a:gd name="connsiteY94" fmla="*/ 110269 h 6858000"/>
              <a:gd name="connsiteX95" fmla="*/ 1008599 w 7299977"/>
              <a:gd name="connsiteY9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7299977" h="6858000">
                <a:moveTo>
                  <a:pt x="1008599" y="0"/>
                </a:moveTo>
                <a:lnTo>
                  <a:pt x="4420653" y="0"/>
                </a:lnTo>
                <a:lnTo>
                  <a:pt x="5511704" y="0"/>
                </a:lnTo>
                <a:lnTo>
                  <a:pt x="7299977" y="0"/>
                </a:lnTo>
                <a:lnTo>
                  <a:pt x="7299977" y="6858000"/>
                </a:lnTo>
                <a:lnTo>
                  <a:pt x="5511704" y="6858000"/>
                </a:lnTo>
                <a:lnTo>
                  <a:pt x="4420653" y="6858000"/>
                </a:lnTo>
                <a:lnTo>
                  <a:pt x="1592997" y="6858000"/>
                </a:lnTo>
                <a:cubicBezTo>
                  <a:pt x="1473792" y="6786859"/>
                  <a:pt x="1360401" y="6701489"/>
                  <a:pt x="1232473" y="6658805"/>
                </a:cubicBezTo>
                <a:cubicBezTo>
                  <a:pt x="1145250" y="6630349"/>
                  <a:pt x="1060933" y="6580550"/>
                  <a:pt x="1075471" y="6431153"/>
                </a:cubicBezTo>
                <a:cubicBezTo>
                  <a:pt x="1078378" y="6388469"/>
                  <a:pt x="1055118" y="6356456"/>
                  <a:pt x="1020229" y="6367127"/>
                </a:cubicBezTo>
                <a:cubicBezTo>
                  <a:pt x="953358" y="6388469"/>
                  <a:pt x="921375" y="6327999"/>
                  <a:pt x="883579" y="6281757"/>
                </a:cubicBezTo>
                <a:cubicBezTo>
                  <a:pt x="816707" y="6199945"/>
                  <a:pt x="752743" y="6114575"/>
                  <a:pt x="645167" y="6100347"/>
                </a:cubicBezTo>
                <a:cubicBezTo>
                  <a:pt x="665519" y="6036320"/>
                  <a:pt x="700408" y="6043434"/>
                  <a:pt x="732391" y="6057663"/>
                </a:cubicBezTo>
                <a:cubicBezTo>
                  <a:pt x="816707" y="6093234"/>
                  <a:pt x="901023" y="6132361"/>
                  <a:pt x="985339" y="6167932"/>
                </a:cubicBezTo>
                <a:cubicBezTo>
                  <a:pt x="1040581" y="6189274"/>
                  <a:pt x="1095822" y="6221287"/>
                  <a:pt x="1168509" y="6196388"/>
                </a:cubicBezTo>
                <a:cubicBezTo>
                  <a:pt x="1104545" y="6068335"/>
                  <a:pt x="996969" y="6043434"/>
                  <a:pt x="909746" y="6004307"/>
                </a:cubicBezTo>
                <a:cubicBezTo>
                  <a:pt x="802169" y="5954508"/>
                  <a:pt x="738206" y="5862025"/>
                  <a:pt x="659704" y="5755314"/>
                </a:cubicBezTo>
                <a:cubicBezTo>
                  <a:pt x="738206" y="5726858"/>
                  <a:pt x="787632" y="5805112"/>
                  <a:pt x="851597" y="5801555"/>
                </a:cubicBezTo>
                <a:cubicBezTo>
                  <a:pt x="854504" y="5790884"/>
                  <a:pt x="860319" y="5769542"/>
                  <a:pt x="860319" y="5769542"/>
                </a:cubicBezTo>
                <a:cubicBezTo>
                  <a:pt x="755650" y="5712629"/>
                  <a:pt x="709132" y="5605917"/>
                  <a:pt x="691686" y="5474306"/>
                </a:cubicBezTo>
                <a:cubicBezTo>
                  <a:pt x="685872" y="5406721"/>
                  <a:pt x="648075" y="5385379"/>
                  <a:pt x="610278" y="5353367"/>
                </a:cubicBezTo>
                <a:cubicBezTo>
                  <a:pt x="482350" y="5243097"/>
                  <a:pt x="345700" y="5143500"/>
                  <a:pt x="238123" y="4994104"/>
                </a:cubicBezTo>
                <a:cubicBezTo>
                  <a:pt x="363144" y="5011889"/>
                  <a:pt x="461997" y="5111487"/>
                  <a:pt x="592833" y="5154171"/>
                </a:cubicBezTo>
                <a:cubicBezTo>
                  <a:pt x="488165" y="4990547"/>
                  <a:pt x="351514" y="4905177"/>
                  <a:pt x="226494" y="4805580"/>
                </a:cubicBezTo>
                <a:cubicBezTo>
                  <a:pt x="168344" y="4759339"/>
                  <a:pt x="116011" y="4702425"/>
                  <a:pt x="49139" y="4677526"/>
                </a:cubicBezTo>
                <a:cubicBezTo>
                  <a:pt x="25879" y="4670412"/>
                  <a:pt x="-14826" y="4652628"/>
                  <a:pt x="5527" y="4602828"/>
                </a:cubicBezTo>
                <a:cubicBezTo>
                  <a:pt x="22972" y="4560144"/>
                  <a:pt x="54954" y="4574373"/>
                  <a:pt x="84029" y="4585042"/>
                </a:cubicBezTo>
                <a:cubicBezTo>
                  <a:pt x="153807" y="4613499"/>
                  <a:pt x="229401" y="4613499"/>
                  <a:pt x="325347" y="4613499"/>
                </a:cubicBezTo>
                <a:cubicBezTo>
                  <a:pt x="243939" y="4478331"/>
                  <a:pt x="95658" y="4521016"/>
                  <a:pt x="25879" y="4378734"/>
                </a:cubicBezTo>
                <a:cubicBezTo>
                  <a:pt x="113103" y="4353835"/>
                  <a:pt x="179975" y="4403633"/>
                  <a:pt x="249753" y="4414305"/>
                </a:cubicBezTo>
                <a:cubicBezTo>
                  <a:pt x="313718" y="4424975"/>
                  <a:pt x="328254" y="4400076"/>
                  <a:pt x="313718" y="4321821"/>
                </a:cubicBezTo>
                <a:cubicBezTo>
                  <a:pt x="290458" y="4200882"/>
                  <a:pt x="325347" y="4140411"/>
                  <a:pt x="418386" y="4172424"/>
                </a:cubicBezTo>
                <a:cubicBezTo>
                  <a:pt x="505609" y="4204438"/>
                  <a:pt x="514332" y="4158196"/>
                  <a:pt x="491072" y="4090612"/>
                </a:cubicBezTo>
                <a:cubicBezTo>
                  <a:pt x="456183" y="3991015"/>
                  <a:pt x="493979" y="3912759"/>
                  <a:pt x="520147" y="3827390"/>
                </a:cubicBezTo>
                <a:cubicBezTo>
                  <a:pt x="560851" y="3699337"/>
                  <a:pt x="543407" y="3635309"/>
                  <a:pt x="459090" y="3539269"/>
                </a:cubicBezTo>
                <a:cubicBezTo>
                  <a:pt x="409664" y="3485914"/>
                  <a:pt x="360236" y="3439672"/>
                  <a:pt x="290458" y="3393429"/>
                </a:cubicBezTo>
                <a:cubicBezTo>
                  <a:pt x="450368" y="3368530"/>
                  <a:pt x="284643" y="3283162"/>
                  <a:pt x="339884" y="3229805"/>
                </a:cubicBezTo>
                <a:cubicBezTo>
                  <a:pt x="453275" y="3208463"/>
                  <a:pt x="543407" y="3379202"/>
                  <a:pt x="697501" y="3329402"/>
                </a:cubicBezTo>
                <a:cubicBezTo>
                  <a:pt x="511425" y="3183563"/>
                  <a:pt x="302087" y="3137322"/>
                  <a:pt x="165437" y="2941684"/>
                </a:cubicBezTo>
                <a:cubicBezTo>
                  <a:pt x="197419" y="2899000"/>
                  <a:pt x="229401" y="2941684"/>
                  <a:pt x="255568" y="2923898"/>
                </a:cubicBezTo>
                <a:cubicBezTo>
                  <a:pt x="255568" y="2913227"/>
                  <a:pt x="560851" y="2980812"/>
                  <a:pt x="578296" y="2703362"/>
                </a:cubicBezTo>
                <a:cubicBezTo>
                  <a:pt x="584111" y="2703362"/>
                  <a:pt x="589926" y="2703362"/>
                  <a:pt x="595740" y="2692689"/>
                </a:cubicBezTo>
                <a:cubicBezTo>
                  <a:pt x="627722" y="2653563"/>
                  <a:pt x="598648" y="2561080"/>
                  <a:pt x="650982" y="2553965"/>
                </a:cubicBezTo>
                <a:cubicBezTo>
                  <a:pt x="709132" y="2546851"/>
                  <a:pt x="764373" y="2514837"/>
                  <a:pt x="825429" y="2532623"/>
                </a:cubicBezTo>
                <a:cubicBezTo>
                  <a:pt x="871949" y="2546851"/>
                  <a:pt x="921375" y="2564636"/>
                  <a:pt x="970802" y="2564636"/>
                </a:cubicBezTo>
                <a:cubicBezTo>
                  <a:pt x="1023136" y="2564636"/>
                  <a:pt x="1095822" y="2685576"/>
                  <a:pt x="1127805" y="2525509"/>
                </a:cubicBezTo>
                <a:cubicBezTo>
                  <a:pt x="1127805" y="2518395"/>
                  <a:pt x="1217936" y="2536181"/>
                  <a:pt x="1267362" y="2543294"/>
                </a:cubicBezTo>
                <a:cubicBezTo>
                  <a:pt x="1308067" y="2550408"/>
                  <a:pt x="1357494" y="2582422"/>
                  <a:pt x="1386568" y="2518395"/>
                </a:cubicBezTo>
                <a:cubicBezTo>
                  <a:pt x="1401105" y="2479267"/>
                  <a:pt x="1331326" y="2408126"/>
                  <a:pt x="1270270" y="2401012"/>
                </a:cubicBezTo>
                <a:cubicBezTo>
                  <a:pt x="1215029" y="2393898"/>
                  <a:pt x="1159787" y="2386784"/>
                  <a:pt x="1107453" y="2401012"/>
                </a:cubicBezTo>
                <a:cubicBezTo>
                  <a:pt x="1043489" y="2418796"/>
                  <a:pt x="1008599" y="2390340"/>
                  <a:pt x="991154" y="2326314"/>
                </a:cubicBezTo>
                <a:cubicBezTo>
                  <a:pt x="970802" y="2258731"/>
                  <a:pt x="933005" y="2223159"/>
                  <a:pt x="880671" y="2191146"/>
                </a:cubicBezTo>
                <a:cubicBezTo>
                  <a:pt x="752743" y="2112891"/>
                  <a:pt x="630630" y="2020407"/>
                  <a:pt x="491072" y="1974165"/>
                </a:cubicBezTo>
                <a:cubicBezTo>
                  <a:pt x="464905" y="1967051"/>
                  <a:pt x="432923" y="1952823"/>
                  <a:pt x="421293" y="1892353"/>
                </a:cubicBezTo>
                <a:cubicBezTo>
                  <a:pt x="799262" y="1984836"/>
                  <a:pt x="1142342" y="2223159"/>
                  <a:pt x="1531941" y="2208931"/>
                </a:cubicBezTo>
                <a:cubicBezTo>
                  <a:pt x="1427272" y="2134233"/>
                  <a:pt x="1302252" y="2130676"/>
                  <a:pt x="1188861" y="2077320"/>
                </a:cubicBezTo>
                <a:cubicBezTo>
                  <a:pt x="1270270" y="2038192"/>
                  <a:pt x="1345864" y="2080877"/>
                  <a:pt x="1421458" y="2102219"/>
                </a:cubicBezTo>
                <a:cubicBezTo>
                  <a:pt x="1485422" y="2120004"/>
                  <a:pt x="1543571" y="2123562"/>
                  <a:pt x="1549386" y="2013292"/>
                </a:cubicBezTo>
                <a:cubicBezTo>
                  <a:pt x="1549386" y="2002622"/>
                  <a:pt x="1549386" y="1995507"/>
                  <a:pt x="1549386" y="1984836"/>
                </a:cubicBezTo>
                <a:cubicBezTo>
                  <a:pt x="1526126" y="1938595"/>
                  <a:pt x="1494144" y="1917252"/>
                  <a:pt x="1453440" y="1903025"/>
                </a:cubicBezTo>
                <a:cubicBezTo>
                  <a:pt x="1430180" y="1895910"/>
                  <a:pt x="1398198" y="1881683"/>
                  <a:pt x="1398198" y="1849668"/>
                </a:cubicBezTo>
                <a:cubicBezTo>
                  <a:pt x="1401105" y="1728729"/>
                  <a:pt x="1322604" y="1693158"/>
                  <a:pt x="1247011" y="1657587"/>
                </a:cubicBezTo>
                <a:cubicBezTo>
                  <a:pt x="1287715" y="1597117"/>
                  <a:pt x="1322604" y="1639802"/>
                  <a:pt x="1354586" y="1636245"/>
                </a:cubicBezTo>
                <a:cubicBezTo>
                  <a:pt x="1374939" y="1632688"/>
                  <a:pt x="1395290" y="1629132"/>
                  <a:pt x="1395290" y="1597117"/>
                </a:cubicBezTo>
                <a:cubicBezTo>
                  <a:pt x="1395290" y="1572219"/>
                  <a:pt x="1386568" y="1540204"/>
                  <a:pt x="1366216" y="1540204"/>
                </a:cubicBezTo>
                <a:cubicBezTo>
                  <a:pt x="1238288" y="1536647"/>
                  <a:pt x="1165601" y="1365909"/>
                  <a:pt x="1031858" y="1365909"/>
                </a:cubicBezTo>
                <a:cubicBezTo>
                  <a:pt x="950450" y="1365909"/>
                  <a:pt x="1072563" y="1269868"/>
                  <a:pt x="1005692" y="1230741"/>
                </a:cubicBezTo>
                <a:cubicBezTo>
                  <a:pt x="991154" y="1220069"/>
                  <a:pt x="1046396" y="1205842"/>
                  <a:pt x="1069655" y="1209399"/>
                </a:cubicBezTo>
                <a:cubicBezTo>
                  <a:pt x="1092915" y="1212955"/>
                  <a:pt x="1113268" y="1237855"/>
                  <a:pt x="1142342" y="1220069"/>
                </a:cubicBezTo>
                <a:cubicBezTo>
                  <a:pt x="1156879" y="1156043"/>
                  <a:pt x="1119082" y="1131144"/>
                  <a:pt x="1084193" y="1113358"/>
                </a:cubicBezTo>
                <a:cubicBezTo>
                  <a:pt x="1008599" y="1070674"/>
                  <a:pt x="933005" y="1020875"/>
                  <a:pt x="848689" y="1006647"/>
                </a:cubicBezTo>
                <a:cubicBezTo>
                  <a:pt x="819615" y="1003089"/>
                  <a:pt x="802169" y="985305"/>
                  <a:pt x="805077" y="949734"/>
                </a:cubicBezTo>
                <a:cubicBezTo>
                  <a:pt x="810892" y="903491"/>
                  <a:pt x="839967" y="917720"/>
                  <a:pt x="863226" y="921277"/>
                </a:cubicBezTo>
                <a:cubicBezTo>
                  <a:pt x="877764" y="924835"/>
                  <a:pt x="892301" y="935506"/>
                  <a:pt x="906838" y="910606"/>
                </a:cubicBezTo>
                <a:cubicBezTo>
                  <a:pt x="566666" y="658055"/>
                  <a:pt x="386404" y="672284"/>
                  <a:pt x="5527" y="465975"/>
                </a:cubicBezTo>
                <a:cubicBezTo>
                  <a:pt x="89843" y="426847"/>
                  <a:pt x="150900" y="455303"/>
                  <a:pt x="209049" y="462417"/>
                </a:cubicBezTo>
                <a:cubicBezTo>
                  <a:pt x="354422" y="480203"/>
                  <a:pt x="264290" y="512216"/>
                  <a:pt x="409664" y="533558"/>
                </a:cubicBezTo>
                <a:cubicBezTo>
                  <a:pt x="479443" y="544229"/>
                  <a:pt x="543407" y="579800"/>
                  <a:pt x="621908" y="522887"/>
                </a:cubicBezTo>
                <a:cubicBezTo>
                  <a:pt x="674242" y="483759"/>
                  <a:pt x="758558" y="526444"/>
                  <a:pt x="822522" y="558458"/>
                </a:cubicBezTo>
                <a:cubicBezTo>
                  <a:pt x="874856" y="586915"/>
                  <a:pt x="927190" y="594028"/>
                  <a:pt x="996969" y="558458"/>
                </a:cubicBezTo>
                <a:cubicBezTo>
                  <a:pt x="933005" y="537116"/>
                  <a:pt x="883579" y="519330"/>
                  <a:pt x="834151" y="505101"/>
                </a:cubicBezTo>
                <a:cubicBezTo>
                  <a:pt x="793447" y="494431"/>
                  <a:pt x="770187" y="469532"/>
                  <a:pt x="773095" y="416176"/>
                </a:cubicBezTo>
                <a:cubicBezTo>
                  <a:pt x="773095" y="387720"/>
                  <a:pt x="764373" y="348592"/>
                  <a:pt x="793447" y="334364"/>
                </a:cubicBezTo>
                <a:cubicBezTo>
                  <a:pt x="816707" y="320135"/>
                  <a:pt x="848689" y="334364"/>
                  <a:pt x="860319" y="359262"/>
                </a:cubicBezTo>
                <a:cubicBezTo>
                  <a:pt x="874856" y="405504"/>
                  <a:pt x="889393" y="448189"/>
                  <a:pt x="938820" y="451747"/>
                </a:cubicBezTo>
                <a:cubicBezTo>
                  <a:pt x="1005692" y="458860"/>
                  <a:pt x="967894" y="430405"/>
                  <a:pt x="956265" y="394834"/>
                </a:cubicBezTo>
                <a:cubicBezTo>
                  <a:pt x="944635" y="355706"/>
                  <a:pt x="979525" y="345034"/>
                  <a:pt x="1002784" y="352148"/>
                </a:cubicBezTo>
                <a:cubicBezTo>
                  <a:pt x="1090008" y="384162"/>
                  <a:pt x="1180139" y="327250"/>
                  <a:pt x="1270270" y="373491"/>
                </a:cubicBezTo>
                <a:cubicBezTo>
                  <a:pt x="1247011" y="259665"/>
                  <a:pt x="1197583" y="209867"/>
                  <a:pt x="1092915" y="192082"/>
                </a:cubicBezTo>
                <a:cubicBezTo>
                  <a:pt x="1055118" y="188525"/>
                  <a:pt x="1014414" y="195638"/>
                  <a:pt x="979525" y="163625"/>
                </a:cubicBezTo>
                <a:cubicBezTo>
                  <a:pt x="959172" y="145839"/>
                  <a:pt x="938820" y="124497"/>
                  <a:pt x="953358" y="88927"/>
                </a:cubicBezTo>
                <a:cubicBezTo>
                  <a:pt x="962080" y="64027"/>
                  <a:pt x="985339" y="64027"/>
                  <a:pt x="1005692" y="71141"/>
                </a:cubicBezTo>
                <a:cubicBezTo>
                  <a:pt x="1090008" y="110269"/>
                  <a:pt x="1180139" y="120941"/>
                  <a:pt x="1267362" y="135168"/>
                </a:cubicBezTo>
                <a:cubicBezTo>
                  <a:pt x="1281900" y="138725"/>
                  <a:pt x="1296437" y="145839"/>
                  <a:pt x="1310975" y="110269"/>
                </a:cubicBezTo>
                <a:cubicBezTo>
                  <a:pt x="1209214" y="78255"/>
                  <a:pt x="1110360" y="35571"/>
                  <a:pt x="1008599" y="0"/>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p:cNvSpPr>
            <a:spLocks noGrp="1"/>
          </p:cNvSpPr>
          <p:nvPr>
            <p:ph type="title"/>
          </p:nvPr>
        </p:nvSpPr>
        <p:spPr>
          <a:xfrm>
            <a:off x="275303" y="1065749"/>
            <a:ext cx="3714750" cy="4726502"/>
          </a:xfrm>
        </p:spPr>
        <p:txBody>
          <a:bodyPr>
            <a:normAutofit/>
          </a:bodyPr>
          <a:lstStyle/>
          <a:p>
            <a:r>
              <a:rPr dirty="0"/>
              <a:t>Sample Code - Backend (</a:t>
            </a:r>
            <a:r>
              <a:rPr lang="en-US" dirty="0"/>
              <a:t>Django</a:t>
            </a:r>
            <a:r>
              <a:rPr dirty="0"/>
              <a:t>)</a:t>
            </a:r>
          </a:p>
        </p:txBody>
      </p:sp>
      <p:sp>
        <p:nvSpPr>
          <p:cNvPr id="3" name="Content Placeholder 2"/>
          <p:cNvSpPr>
            <a:spLocks noGrp="1"/>
          </p:cNvSpPr>
          <p:nvPr>
            <p:ph idx="1"/>
          </p:nvPr>
        </p:nvSpPr>
        <p:spPr>
          <a:xfrm>
            <a:off x="4800600" y="428177"/>
            <a:ext cx="3714750" cy="6144687"/>
          </a:xfrm>
        </p:spPr>
        <p:txBody>
          <a:bodyPr anchor="ctr">
            <a:normAutofit fontScale="25000" lnSpcReduction="20000"/>
          </a:bodyPr>
          <a:lstStyle/>
          <a:p>
            <a:pPr marL="0" indent="0">
              <a:buNone/>
            </a:pPr>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django.shortcuts</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render,redirect</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django.contrib</a:t>
            </a:r>
            <a:r>
              <a:rPr lang="en-IN" dirty="0">
                <a:latin typeface="Times New Roman" panose="02020603050405020304" pitchFamily="18" charset="0"/>
                <a:cs typeface="Times New Roman" panose="02020603050405020304" pitchFamily="18" charset="0"/>
              </a:rPr>
              <a:t> import messages</a:t>
            </a:r>
          </a:p>
          <a:p>
            <a:pPr marL="0" indent="0">
              <a:buNone/>
            </a:pPr>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django.contrib.auth</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authenticate,login,logout</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django.contrib.auth.models</a:t>
            </a:r>
            <a:r>
              <a:rPr lang="en-IN" dirty="0">
                <a:latin typeface="Times New Roman" panose="02020603050405020304" pitchFamily="18" charset="0"/>
                <a:cs typeface="Times New Roman" panose="02020603050405020304" pitchFamily="18" charset="0"/>
              </a:rPr>
              <a:t> import User</a:t>
            </a:r>
          </a:p>
          <a:p>
            <a:pPr marL="0" indent="0">
              <a:buNone/>
            </a:pPr>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Coordinator.models</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Events,Gallery,Mcq,Question</a:t>
            </a:r>
            <a:r>
              <a:rPr lang="en-IN" dirty="0">
                <a:latin typeface="Times New Roman" panose="02020603050405020304" pitchFamily="18" charset="0"/>
                <a:cs typeface="Times New Roman" panose="02020603050405020304" pitchFamily="18" charset="0"/>
              </a:rPr>
              <a:t> ,Profile</a:t>
            </a:r>
          </a:p>
          <a:p>
            <a:pPr marL="0" indent="0">
              <a:buNone/>
            </a:pPr>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django.db.models</a:t>
            </a:r>
            <a:r>
              <a:rPr lang="en-IN" dirty="0">
                <a:latin typeface="Times New Roman" panose="02020603050405020304" pitchFamily="18" charset="0"/>
                <a:cs typeface="Times New Roman" panose="02020603050405020304" pitchFamily="18" charset="0"/>
              </a:rPr>
              <a:t> import Max</a:t>
            </a:r>
          </a:p>
          <a:p>
            <a:pPr marL="0" indent="0">
              <a:buNone/>
            </a:pP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Create your views here.</a:t>
            </a:r>
          </a:p>
          <a:p>
            <a:pPr marL="0" indent="0">
              <a:buNone/>
            </a:pPr>
            <a:r>
              <a:rPr lang="en-IN" dirty="0">
                <a:latin typeface="Times New Roman" panose="02020603050405020304" pitchFamily="18" charset="0"/>
                <a:cs typeface="Times New Roman" panose="02020603050405020304" pitchFamily="18" charset="0"/>
              </a:rPr>
              <a:t>def index(request):</a:t>
            </a:r>
          </a:p>
          <a:p>
            <a:pPr marL="0" indent="0">
              <a:buNone/>
            </a:pPr>
            <a:r>
              <a:rPr lang="en-IN" dirty="0">
                <a:latin typeface="Times New Roman" panose="02020603050405020304" pitchFamily="18" charset="0"/>
                <a:cs typeface="Times New Roman" panose="02020603050405020304" pitchFamily="18" charset="0"/>
              </a:rPr>
              <a:t>content = {</a:t>
            </a:r>
          </a:p>
          <a:p>
            <a:pPr marL="0" indent="0">
              <a:buNone/>
            </a:pPr>
            <a:r>
              <a:rPr lang="en-IN" dirty="0">
                <a:latin typeface="Times New Roman" panose="02020603050405020304" pitchFamily="18" charset="0"/>
                <a:cs typeface="Times New Roman" panose="02020603050405020304" pitchFamily="18" charset="0"/>
              </a:rPr>
              <a:t>"events":</a:t>
            </a:r>
            <a:r>
              <a:rPr lang="en-IN" dirty="0" err="1">
                <a:latin typeface="Times New Roman" panose="02020603050405020304" pitchFamily="18" charset="0"/>
                <a:cs typeface="Times New Roman" panose="02020603050405020304" pitchFamily="18" charset="0"/>
              </a:rPr>
              <a:t>Events.objects.all</a:t>
            </a:r>
            <a:r>
              <a:rPr lang="en-IN" dirty="0">
                <a:latin typeface="Times New Roman" panose="02020603050405020304" pitchFamily="18" charset="0"/>
                <a:cs typeface="Times New Roman" panose="02020603050405020304" pitchFamily="18" charset="0"/>
              </a:rPr>
              <a:t>()[:10],</a:t>
            </a:r>
          </a:p>
          <a:p>
            <a:pPr marL="0" indent="0">
              <a:buNone/>
            </a:pPr>
            <a:r>
              <a:rPr lang="en-IN" dirty="0">
                <a:latin typeface="Times New Roman" panose="02020603050405020304" pitchFamily="18" charset="0"/>
                <a:cs typeface="Times New Roman" panose="02020603050405020304" pitchFamily="18" charset="0"/>
              </a:rPr>
              <a:t>"galleries":</a:t>
            </a:r>
            <a:r>
              <a:rPr lang="en-IN" dirty="0" err="1">
                <a:latin typeface="Times New Roman" panose="02020603050405020304" pitchFamily="18" charset="0"/>
                <a:cs typeface="Times New Roman" panose="02020603050405020304" pitchFamily="18" charset="0"/>
              </a:rPr>
              <a:t>Gallery.objects.filter</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id__in</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Gallery.objects.values</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gallery_type</a:t>
            </a:r>
            <a:r>
              <a:rPr lang="en-IN" dirty="0">
                <a:latin typeface="Times New Roman" panose="02020603050405020304" pitchFamily="18" charset="0"/>
                <a:cs typeface="Times New Roman" panose="02020603050405020304" pitchFamily="18" charset="0"/>
              </a:rPr>
              <a:t>').annotate(</a:t>
            </a:r>
            <a:r>
              <a:rPr lang="en-IN" dirty="0" err="1">
                <a:latin typeface="Times New Roman" panose="02020603050405020304" pitchFamily="18" charset="0"/>
                <a:cs typeface="Times New Roman" panose="02020603050405020304" pitchFamily="18" charset="0"/>
              </a:rPr>
              <a:t>last_id</a:t>
            </a:r>
            <a:r>
              <a:rPr lang="en-IN" dirty="0">
                <a:latin typeface="Times New Roman" panose="02020603050405020304" pitchFamily="18" charset="0"/>
                <a:cs typeface="Times New Roman" panose="02020603050405020304" pitchFamily="18" charset="0"/>
              </a:rPr>
              <a:t>=Max('id')).values('</a:t>
            </a:r>
            <a:r>
              <a:rPr lang="en-IN" dirty="0" err="1">
                <a:latin typeface="Times New Roman" panose="02020603050405020304" pitchFamily="18" charset="0"/>
                <a:cs typeface="Times New Roman" panose="02020603050405020304" pitchFamily="18" charset="0"/>
              </a:rPr>
              <a:t>last_id</a:t>
            </a:r>
            <a:r>
              <a:rPr lang="en-IN" dirty="0">
                <a:latin typeface="Times New Roman" panose="02020603050405020304" pitchFamily="18" charset="0"/>
                <a:cs typeface="Times New Roman" panose="02020603050405020304" pitchFamily="18" charset="0"/>
              </a:rPr>
              <a:t>'))</a:t>
            </a:r>
          </a:p>
          <a:p>
            <a:pPr marL="0" indent="0">
              <a:buNone/>
            </a:pP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return render(request,"</a:t>
            </a:r>
            <a:r>
              <a:rPr lang="en-IN" dirty="0" err="1">
                <a:latin typeface="Times New Roman" panose="02020603050405020304" pitchFamily="18" charset="0"/>
                <a:cs typeface="Times New Roman" panose="02020603050405020304" pitchFamily="18" charset="0"/>
              </a:rPr>
              <a:t>unauth</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index.html",content</a:t>
            </a:r>
            <a:r>
              <a:rPr lang="en-IN" dirty="0">
                <a:latin typeface="Times New Roman" panose="02020603050405020304" pitchFamily="18" charset="0"/>
                <a:cs typeface="Times New Roman" panose="02020603050405020304" pitchFamily="18" charset="0"/>
              </a:rPr>
              <a:t>)</a:t>
            </a:r>
          </a:p>
          <a:p>
            <a:pPr marL="0" indent="0">
              <a:buNone/>
            </a:pP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def </a:t>
            </a:r>
            <a:r>
              <a:rPr lang="en-IN" dirty="0" err="1">
                <a:latin typeface="Times New Roman" panose="02020603050405020304" pitchFamily="18" charset="0"/>
                <a:cs typeface="Times New Roman" panose="02020603050405020304" pitchFamily="18" charset="0"/>
              </a:rPr>
              <a:t>userlogin</a:t>
            </a:r>
            <a:r>
              <a:rPr lang="en-IN" dirty="0">
                <a:latin typeface="Times New Roman" panose="02020603050405020304" pitchFamily="18" charset="0"/>
                <a:cs typeface="Times New Roman" panose="02020603050405020304" pitchFamily="18" charset="0"/>
              </a:rPr>
              <a:t>(request):</a:t>
            </a:r>
          </a:p>
          <a:p>
            <a:pPr marL="0" indent="0">
              <a:buNone/>
            </a:pPr>
            <a:r>
              <a:rPr lang="en-IN" dirty="0">
                <a:latin typeface="Times New Roman" panose="02020603050405020304" pitchFamily="18" charset="0"/>
                <a:cs typeface="Times New Roman" panose="02020603050405020304" pitchFamily="18" charset="0"/>
              </a:rPr>
              <a:t>if </a:t>
            </a:r>
            <a:r>
              <a:rPr lang="en-IN" dirty="0" err="1">
                <a:latin typeface="Times New Roman" panose="02020603050405020304" pitchFamily="18" charset="0"/>
                <a:cs typeface="Times New Roman" panose="02020603050405020304" pitchFamily="18" charset="0"/>
              </a:rPr>
              <a:t>request.method</a:t>
            </a:r>
            <a:r>
              <a:rPr lang="en-IN" dirty="0">
                <a:latin typeface="Times New Roman" panose="02020603050405020304" pitchFamily="18" charset="0"/>
                <a:cs typeface="Times New Roman" panose="02020603050405020304" pitchFamily="18" charset="0"/>
              </a:rPr>
              <a:t> == "POST":</a:t>
            </a:r>
          </a:p>
          <a:p>
            <a:pPr marL="0" indent="0">
              <a:buNone/>
            </a:pPr>
            <a:r>
              <a:rPr lang="en-IN" dirty="0">
                <a:latin typeface="Times New Roman" panose="02020603050405020304" pitchFamily="18" charset="0"/>
                <a:cs typeface="Times New Roman" panose="02020603050405020304" pitchFamily="18" charset="0"/>
              </a:rPr>
              <a:t>username = </a:t>
            </a:r>
            <a:r>
              <a:rPr lang="en-IN" dirty="0" err="1">
                <a:latin typeface="Times New Roman" panose="02020603050405020304" pitchFamily="18" charset="0"/>
                <a:cs typeface="Times New Roman" panose="02020603050405020304" pitchFamily="18" charset="0"/>
              </a:rPr>
              <a:t>request.POST.get</a:t>
            </a:r>
            <a:r>
              <a:rPr lang="en-IN" dirty="0">
                <a:latin typeface="Times New Roman" panose="02020603050405020304" pitchFamily="18" charset="0"/>
                <a:cs typeface="Times New Roman" panose="02020603050405020304" pitchFamily="18" charset="0"/>
              </a:rPr>
              <a:t>("username")</a:t>
            </a:r>
          </a:p>
          <a:p>
            <a:pPr marL="0" indent="0">
              <a:buNone/>
            </a:pPr>
            <a:r>
              <a:rPr lang="en-IN" dirty="0">
                <a:latin typeface="Times New Roman" panose="02020603050405020304" pitchFamily="18" charset="0"/>
                <a:cs typeface="Times New Roman" panose="02020603050405020304" pitchFamily="18" charset="0"/>
              </a:rPr>
              <a:t>password = </a:t>
            </a:r>
            <a:r>
              <a:rPr lang="en-IN" dirty="0" err="1">
                <a:latin typeface="Times New Roman" panose="02020603050405020304" pitchFamily="18" charset="0"/>
                <a:cs typeface="Times New Roman" panose="02020603050405020304" pitchFamily="18" charset="0"/>
              </a:rPr>
              <a:t>request.POST.get</a:t>
            </a:r>
            <a:r>
              <a:rPr lang="en-IN" dirty="0">
                <a:latin typeface="Times New Roman" panose="02020603050405020304" pitchFamily="18" charset="0"/>
                <a:cs typeface="Times New Roman" panose="02020603050405020304" pitchFamily="18" charset="0"/>
              </a:rPr>
              <a:t>("password")</a:t>
            </a:r>
          </a:p>
          <a:p>
            <a:pPr marL="0" indent="0">
              <a:buNone/>
            </a:pPr>
            <a:r>
              <a:rPr lang="en-IN" dirty="0">
                <a:latin typeface="Times New Roman" panose="02020603050405020304" pitchFamily="18" charset="0"/>
                <a:cs typeface="Times New Roman" panose="02020603050405020304" pitchFamily="18" charset="0"/>
              </a:rPr>
              <a:t>user = authenticate(</a:t>
            </a:r>
            <a:r>
              <a:rPr lang="en-IN" dirty="0" err="1">
                <a:latin typeface="Times New Roman" panose="02020603050405020304" pitchFamily="18" charset="0"/>
                <a:cs typeface="Times New Roman" panose="02020603050405020304" pitchFamily="18" charset="0"/>
              </a:rPr>
              <a:t>request,username</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username,password</a:t>
            </a:r>
            <a:r>
              <a:rPr lang="en-IN" dirty="0">
                <a:latin typeface="Times New Roman" panose="02020603050405020304" pitchFamily="18" charset="0"/>
                <a:cs typeface="Times New Roman" panose="02020603050405020304" pitchFamily="18" charset="0"/>
              </a:rPr>
              <a:t>=password)</a:t>
            </a:r>
          </a:p>
          <a:p>
            <a:pPr marL="0" indent="0">
              <a:buNone/>
            </a:pPr>
            <a:r>
              <a:rPr lang="en-IN" dirty="0">
                <a:latin typeface="Times New Roman" panose="02020603050405020304" pitchFamily="18" charset="0"/>
                <a:cs typeface="Times New Roman" panose="02020603050405020304" pitchFamily="18" charset="0"/>
              </a:rPr>
              <a:t>if user is not None:</a:t>
            </a:r>
          </a:p>
          <a:p>
            <a:pPr marL="0" indent="0">
              <a:buNone/>
            </a:pPr>
            <a:r>
              <a:rPr lang="en-IN" dirty="0">
                <a:latin typeface="Times New Roman" panose="02020603050405020304" pitchFamily="18" charset="0"/>
                <a:cs typeface="Times New Roman" panose="02020603050405020304" pitchFamily="18" charset="0"/>
              </a:rPr>
              <a:t>if </a:t>
            </a:r>
            <a:r>
              <a:rPr lang="en-IN" dirty="0" err="1">
                <a:latin typeface="Times New Roman" panose="02020603050405020304" pitchFamily="18" charset="0"/>
                <a:cs typeface="Times New Roman" panose="02020603050405020304" pitchFamily="18" charset="0"/>
              </a:rPr>
              <a:t>user.is_superuser</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if </a:t>
            </a:r>
            <a:r>
              <a:rPr lang="en-IN" dirty="0" err="1">
                <a:latin typeface="Times New Roman" panose="02020603050405020304" pitchFamily="18" charset="0"/>
                <a:cs typeface="Times New Roman" panose="02020603050405020304" pitchFamily="18" charset="0"/>
              </a:rPr>
              <a:t>Profile.objects.filter</a:t>
            </a:r>
            <a:r>
              <a:rPr lang="en-IN" dirty="0">
                <a:latin typeface="Times New Roman" panose="02020603050405020304" pitchFamily="18" charset="0"/>
                <a:cs typeface="Times New Roman" panose="02020603050405020304" pitchFamily="18" charset="0"/>
              </a:rPr>
              <a:t>(user=user).exists():</a:t>
            </a:r>
          </a:p>
          <a:p>
            <a:pPr marL="0" indent="0">
              <a:buNone/>
            </a:pPr>
            <a:r>
              <a:rPr lang="en-IN" dirty="0">
                <a:latin typeface="Times New Roman" panose="02020603050405020304" pitchFamily="18" charset="0"/>
                <a:cs typeface="Times New Roman" panose="02020603050405020304" pitchFamily="18" charset="0"/>
              </a:rPr>
              <a:t>pass</a:t>
            </a:r>
          </a:p>
          <a:p>
            <a:pPr marL="0" indent="0">
              <a:buNone/>
            </a:pPr>
            <a:r>
              <a:rPr lang="en-IN" dirty="0">
                <a:latin typeface="Times New Roman" panose="02020603050405020304" pitchFamily="18" charset="0"/>
                <a:cs typeface="Times New Roman" panose="02020603050405020304" pitchFamily="18" charset="0"/>
              </a:rPr>
              <a:t>else:</a:t>
            </a:r>
          </a:p>
          <a:p>
            <a:pPr marL="0" indent="0">
              <a:buNone/>
            </a:pPr>
            <a:r>
              <a:rPr lang="en-IN" dirty="0" err="1">
                <a:latin typeface="Times New Roman" panose="02020603050405020304" pitchFamily="18" charset="0"/>
                <a:cs typeface="Times New Roman" panose="02020603050405020304" pitchFamily="18" charset="0"/>
              </a:rPr>
              <a:t>Profile.objects.create</a:t>
            </a:r>
            <a:r>
              <a:rPr lang="en-IN" dirty="0">
                <a:latin typeface="Times New Roman" panose="02020603050405020304" pitchFamily="18" charset="0"/>
                <a:cs typeface="Times New Roman" panose="02020603050405020304" pitchFamily="18" charset="0"/>
              </a:rPr>
              <a:t>(user=user)</a:t>
            </a:r>
          </a:p>
          <a:p>
            <a:pPr marL="0" indent="0">
              <a:buNone/>
            </a:pPr>
            <a:r>
              <a:rPr lang="en-IN" dirty="0">
                <a:latin typeface="Times New Roman" panose="02020603050405020304" pitchFamily="18" charset="0"/>
                <a:cs typeface="Times New Roman" panose="02020603050405020304" pitchFamily="18" charset="0"/>
              </a:rPr>
              <a:t>login(</a:t>
            </a:r>
            <a:r>
              <a:rPr lang="en-IN" dirty="0" err="1">
                <a:latin typeface="Times New Roman" panose="02020603050405020304" pitchFamily="18" charset="0"/>
                <a:cs typeface="Times New Roman" panose="02020603050405020304" pitchFamily="18" charset="0"/>
              </a:rPr>
              <a:t>request,user</a:t>
            </a:r>
            <a:r>
              <a:rPr lang="en-IN" dirty="0">
                <a:latin typeface="Times New Roman" panose="02020603050405020304" pitchFamily="18" charset="0"/>
                <a:cs typeface="Times New Roman" panose="02020603050405020304" pitchFamily="18" charset="0"/>
              </a:rPr>
              <a:t>)</a:t>
            </a:r>
          </a:p>
          <a:p>
            <a:pPr marL="0" indent="0">
              <a:buNone/>
            </a:pPr>
            <a:r>
              <a:rPr lang="en-IN" dirty="0" err="1">
                <a:latin typeface="Times New Roman" panose="02020603050405020304" pitchFamily="18" charset="0"/>
                <a:cs typeface="Times New Roman" panose="02020603050405020304" pitchFamily="18" charset="0"/>
              </a:rPr>
              <a:t>messages.success</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request,"You</a:t>
            </a:r>
            <a:r>
              <a:rPr lang="en-IN" dirty="0">
                <a:latin typeface="Times New Roman" panose="02020603050405020304" pitchFamily="18" charset="0"/>
                <a:cs typeface="Times New Roman" panose="02020603050405020304" pitchFamily="18" charset="0"/>
              </a:rPr>
              <a:t> are logged in")</a:t>
            </a:r>
          </a:p>
          <a:p>
            <a:pPr marL="0" indent="0">
              <a:buNone/>
            </a:pPr>
            <a:r>
              <a:rPr lang="en-IN" dirty="0">
                <a:latin typeface="Times New Roman" panose="02020603050405020304" pitchFamily="18" charset="0"/>
                <a:cs typeface="Times New Roman" panose="02020603050405020304" pitchFamily="18" charset="0"/>
              </a:rPr>
              <a:t>return redirect("</a:t>
            </a:r>
            <a:r>
              <a:rPr lang="en-IN" dirty="0" err="1">
                <a:latin typeface="Times New Roman" panose="02020603050405020304" pitchFamily="18" charset="0"/>
                <a:cs typeface="Times New Roman" panose="02020603050405020304" pitchFamily="18" charset="0"/>
              </a:rPr>
              <a:t>coordinator:dashboard</a:t>
            </a:r>
            <a:r>
              <a:rPr lang="en-IN" dirty="0">
                <a:latin typeface="Times New Roman" panose="02020603050405020304" pitchFamily="18" charset="0"/>
                <a:cs typeface="Times New Roman" panose="02020603050405020304" pitchFamily="18" charset="0"/>
              </a:rPr>
              <a:t>")</a:t>
            </a:r>
          </a:p>
          <a:p>
            <a:pPr marL="0" indent="0">
              <a:buNone/>
            </a:pPr>
            <a:r>
              <a:rPr lang="en-IN" dirty="0" err="1">
                <a:latin typeface="Times New Roman" panose="02020603050405020304" pitchFamily="18" charset="0"/>
                <a:cs typeface="Times New Roman" panose="02020603050405020304" pitchFamily="18" charset="0"/>
              </a:rPr>
              <a:t>elif</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user.is_staff</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if </a:t>
            </a:r>
            <a:r>
              <a:rPr lang="en-IN" dirty="0" err="1">
                <a:latin typeface="Times New Roman" panose="02020603050405020304" pitchFamily="18" charset="0"/>
                <a:cs typeface="Times New Roman" panose="02020603050405020304" pitchFamily="18" charset="0"/>
              </a:rPr>
              <a:t>Profile.objects.filter</a:t>
            </a:r>
            <a:r>
              <a:rPr lang="en-IN" dirty="0">
                <a:latin typeface="Times New Roman" panose="02020603050405020304" pitchFamily="18" charset="0"/>
                <a:cs typeface="Times New Roman" panose="02020603050405020304" pitchFamily="18" charset="0"/>
              </a:rPr>
              <a:t>(user=user).exists():</a:t>
            </a:r>
          </a:p>
          <a:p>
            <a:pPr marL="0" indent="0">
              <a:buNone/>
            </a:pPr>
            <a:r>
              <a:rPr lang="en-IN" dirty="0">
                <a:latin typeface="Times New Roman" panose="02020603050405020304" pitchFamily="18" charset="0"/>
                <a:cs typeface="Times New Roman" panose="02020603050405020304" pitchFamily="18" charset="0"/>
              </a:rPr>
              <a:t>pass</a:t>
            </a:r>
          </a:p>
          <a:p>
            <a:pPr marL="0" indent="0">
              <a:buNone/>
            </a:pPr>
            <a:r>
              <a:rPr lang="en-IN" dirty="0">
                <a:latin typeface="Times New Roman" panose="02020603050405020304" pitchFamily="18" charset="0"/>
                <a:cs typeface="Times New Roman" panose="02020603050405020304" pitchFamily="18" charset="0"/>
              </a:rPr>
              <a:t>else:</a:t>
            </a:r>
          </a:p>
          <a:p>
            <a:pPr marL="0" indent="0">
              <a:buNone/>
            </a:pPr>
            <a:r>
              <a:rPr lang="en-IN" dirty="0" err="1">
                <a:latin typeface="Times New Roman" panose="02020603050405020304" pitchFamily="18" charset="0"/>
                <a:cs typeface="Times New Roman" panose="02020603050405020304" pitchFamily="18" charset="0"/>
              </a:rPr>
              <a:t>Profile.objects.create</a:t>
            </a:r>
            <a:r>
              <a:rPr lang="en-IN" dirty="0">
                <a:latin typeface="Times New Roman" panose="02020603050405020304" pitchFamily="18" charset="0"/>
                <a:cs typeface="Times New Roman" panose="02020603050405020304" pitchFamily="18" charset="0"/>
              </a:rPr>
              <a:t>(user=user)</a:t>
            </a:r>
          </a:p>
          <a:p>
            <a:pPr marL="0" indent="0">
              <a:buNone/>
            </a:pPr>
            <a:r>
              <a:rPr lang="en-IN" dirty="0">
                <a:latin typeface="Times New Roman" panose="02020603050405020304" pitchFamily="18" charset="0"/>
                <a:cs typeface="Times New Roman" panose="02020603050405020304" pitchFamily="18" charset="0"/>
              </a:rPr>
              <a:t>login(</a:t>
            </a:r>
            <a:r>
              <a:rPr lang="en-IN" dirty="0" err="1">
                <a:latin typeface="Times New Roman" panose="02020603050405020304" pitchFamily="18" charset="0"/>
                <a:cs typeface="Times New Roman" panose="02020603050405020304" pitchFamily="18" charset="0"/>
              </a:rPr>
              <a:t>request,user</a:t>
            </a:r>
            <a:r>
              <a:rPr lang="en-IN" dirty="0">
                <a:latin typeface="Times New Roman" panose="02020603050405020304" pitchFamily="18" charset="0"/>
                <a:cs typeface="Times New Roman" panose="02020603050405020304" pitchFamily="18" charset="0"/>
              </a:rPr>
              <a:t>)</a:t>
            </a:r>
          </a:p>
          <a:p>
            <a:pPr marL="0" indent="0">
              <a:buNone/>
            </a:pPr>
            <a:r>
              <a:rPr lang="en-IN" dirty="0" err="1">
                <a:latin typeface="Times New Roman" panose="02020603050405020304" pitchFamily="18" charset="0"/>
                <a:cs typeface="Times New Roman" panose="02020603050405020304" pitchFamily="18" charset="0"/>
              </a:rPr>
              <a:t>messages.success</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request,"You</a:t>
            </a:r>
            <a:r>
              <a:rPr lang="en-IN" dirty="0">
                <a:latin typeface="Times New Roman" panose="02020603050405020304" pitchFamily="18" charset="0"/>
                <a:cs typeface="Times New Roman" panose="02020603050405020304" pitchFamily="18" charset="0"/>
              </a:rPr>
              <a:t> are logged in")</a:t>
            </a:r>
          </a:p>
          <a:p>
            <a:pPr marL="0" indent="0">
              <a:buNone/>
            </a:pPr>
            <a:r>
              <a:rPr lang="en-IN" dirty="0">
                <a:latin typeface="Times New Roman" panose="02020603050405020304" pitchFamily="18" charset="0"/>
                <a:cs typeface="Times New Roman" panose="02020603050405020304" pitchFamily="18" charset="0"/>
              </a:rPr>
              <a:t>return redirect("</a:t>
            </a:r>
            <a:r>
              <a:rPr lang="en-IN" dirty="0" err="1">
                <a:latin typeface="Times New Roman" panose="02020603050405020304" pitchFamily="18" charset="0"/>
                <a:cs typeface="Times New Roman" panose="02020603050405020304" pitchFamily="18" charset="0"/>
              </a:rPr>
              <a:t>student:student</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else:</a:t>
            </a:r>
          </a:p>
          <a:p>
            <a:pPr marL="0" indent="0">
              <a:buNone/>
            </a:pPr>
            <a:r>
              <a:rPr lang="en-IN" dirty="0" err="1">
                <a:latin typeface="Times New Roman" panose="02020603050405020304" pitchFamily="18" charset="0"/>
                <a:cs typeface="Times New Roman" panose="02020603050405020304" pitchFamily="18" charset="0"/>
              </a:rPr>
              <a:t>messages.error</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request,"wait</a:t>
            </a:r>
            <a:r>
              <a:rPr lang="en-IN" dirty="0">
                <a:latin typeface="Times New Roman" panose="02020603050405020304" pitchFamily="18" charset="0"/>
                <a:cs typeface="Times New Roman" panose="02020603050405020304" pitchFamily="18" charset="0"/>
              </a:rPr>
              <a:t> for admin approval")</a:t>
            </a:r>
          </a:p>
          <a:p>
            <a:pPr marL="0" indent="0">
              <a:buNone/>
            </a:pPr>
            <a:r>
              <a:rPr lang="en-IN" dirty="0">
                <a:latin typeface="Times New Roman" panose="02020603050405020304" pitchFamily="18" charset="0"/>
                <a:cs typeface="Times New Roman" panose="02020603050405020304" pitchFamily="18" charset="0"/>
              </a:rPr>
              <a:t>return redirect("</a:t>
            </a:r>
            <a:r>
              <a:rPr lang="en-IN" dirty="0" err="1">
                <a:latin typeface="Times New Roman" panose="02020603050405020304" pitchFamily="18" charset="0"/>
                <a:cs typeface="Times New Roman" panose="02020603050405020304" pitchFamily="18" charset="0"/>
              </a:rPr>
              <a:t>coordinator:userlogin</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else:</a:t>
            </a:r>
          </a:p>
          <a:p>
            <a:pPr marL="0" indent="0">
              <a:buNone/>
            </a:pPr>
            <a:r>
              <a:rPr lang="en-IN" dirty="0">
                <a:latin typeface="Times New Roman" panose="02020603050405020304" pitchFamily="18" charset="0"/>
                <a:cs typeface="Times New Roman" panose="02020603050405020304" pitchFamily="18" charset="0"/>
              </a:rPr>
              <a:t>if </a:t>
            </a:r>
            <a:r>
              <a:rPr lang="en-IN" dirty="0" err="1">
                <a:latin typeface="Times New Roman" panose="02020603050405020304" pitchFamily="18" charset="0"/>
                <a:cs typeface="Times New Roman" panose="02020603050405020304" pitchFamily="18" charset="0"/>
              </a:rPr>
              <a:t>User.objects.filter</a:t>
            </a:r>
            <a:r>
              <a:rPr lang="en-IN" dirty="0">
                <a:latin typeface="Times New Roman" panose="02020603050405020304" pitchFamily="18" charset="0"/>
                <a:cs typeface="Times New Roman" panose="02020603050405020304" pitchFamily="18" charset="0"/>
              </a:rPr>
              <a:t>(username=username).exists():</a:t>
            </a:r>
          </a:p>
          <a:p>
            <a:pPr marL="0" indent="0">
              <a:buNone/>
            </a:pPr>
            <a:r>
              <a:rPr lang="en-IN" dirty="0" err="1">
                <a:latin typeface="Times New Roman" panose="02020603050405020304" pitchFamily="18" charset="0"/>
                <a:cs typeface="Times New Roman" panose="02020603050405020304" pitchFamily="18" charset="0"/>
              </a:rPr>
              <a:t>messages.error</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request,"Password</a:t>
            </a:r>
            <a:r>
              <a:rPr lang="en-IN" dirty="0">
                <a:latin typeface="Times New Roman" panose="02020603050405020304" pitchFamily="18" charset="0"/>
                <a:cs typeface="Times New Roman" panose="02020603050405020304" pitchFamily="18" charset="0"/>
              </a:rPr>
              <a:t> is incorrect")</a:t>
            </a:r>
          </a:p>
          <a:p>
            <a:pPr marL="0" indent="0">
              <a:buNone/>
            </a:pPr>
            <a:r>
              <a:rPr lang="en-IN" dirty="0">
                <a:latin typeface="Times New Roman" panose="02020603050405020304" pitchFamily="18" charset="0"/>
                <a:cs typeface="Times New Roman" panose="02020603050405020304" pitchFamily="18" charset="0"/>
              </a:rPr>
              <a:t>return redirect("</a:t>
            </a:r>
            <a:r>
              <a:rPr lang="en-IN" dirty="0" err="1">
                <a:latin typeface="Times New Roman" panose="02020603050405020304" pitchFamily="18" charset="0"/>
                <a:cs typeface="Times New Roman" panose="02020603050405020304" pitchFamily="18" charset="0"/>
              </a:rPr>
              <a:t>coordinator:userlogin</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else:</a:t>
            </a:r>
          </a:p>
          <a:p>
            <a:pPr marL="0" indent="0">
              <a:buNone/>
            </a:pPr>
            <a:r>
              <a:rPr lang="en-IN" dirty="0" err="1">
                <a:latin typeface="Times New Roman" panose="02020603050405020304" pitchFamily="18" charset="0"/>
                <a:cs typeface="Times New Roman" panose="02020603050405020304" pitchFamily="18" charset="0"/>
              </a:rPr>
              <a:t>messages.error</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request,"Username</a:t>
            </a:r>
            <a:r>
              <a:rPr lang="en-IN" dirty="0">
                <a:latin typeface="Times New Roman" panose="02020603050405020304" pitchFamily="18" charset="0"/>
                <a:cs typeface="Times New Roman" panose="02020603050405020304" pitchFamily="18" charset="0"/>
              </a:rPr>
              <a:t> does not exist")</a:t>
            </a:r>
          </a:p>
          <a:p>
            <a:pPr marL="0" indent="0">
              <a:buNone/>
            </a:pPr>
            <a:r>
              <a:rPr lang="en-IN" dirty="0">
                <a:latin typeface="Times New Roman" panose="02020603050405020304" pitchFamily="18" charset="0"/>
                <a:cs typeface="Times New Roman" panose="02020603050405020304" pitchFamily="18" charset="0"/>
              </a:rPr>
              <a:t>return redirect("</a:t>
            </a:r>
            <a:r>
              <a:rPr lang="en-IN" dirty="0" err="1">
                <a:latin typeface="Times New Roman" panose="02020603050405020304" pitchFamily="18" charset="0"/>
                <a:cs typeface="Times New Roman" panose="02020603050405020304" pitchFamily="18" charset="0"/>
              </a:rPr>
              <a:t>coordinator:userlogin</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return render(request,"</a:t>
            </a:r>
            <a:r>
              <a:rPr lang="en-IN" dirty="0" err="1">
                <a:latin typeface="Times New Roman" panose="02020603050405020304" pitchFamily="18" charset="0"/>
                <a:cs typeface="Times New Roman" panose="02020603050405020304" pitchFamily="18" charset="0"/>
              </a:rPr>
              <a:t>unauth</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login.html</a:t>
            </a:r>
            <a:r>
              <a:rPr lang="en-IN" dirty="0">
                <a:latin typeface="Times New Roman" panose="02020603050405020304" pitchFamily="18" charset="0"/>
                <a:cs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0339EE9-5436-4860-BBFC-7CD7C90D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A770EBD-5B77-46EC-BF58-EF27ACD6B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1" y="0"/>
            <a:ext cx="5653279" cy="6858000"/>
          </a:xfrm>
          <a:custGeom>
            <a:avLst/>
            <a:gdLst>
              <a:gd name="connsiteX0" fmla="*/ 1008599 w 7299977"/>
              <a:gd name="connsiteY0" fmla="*/ 0 h 6858000"/>
              <a:gd name="connsiteX1" fmla="*/ 4420653 w 7299977"/>
              <a:gd name="connsiteY1" fmla="*/ 0 h 6858000"/>
              <a:gd name="connsiteX2" fmla="*/ 5511704 w 7299977"/>
              <a:gd name="connsiteY2" fmla="*/ 0 h 6858000"/>
              <a:gd name="connsiteX3" fmla="*/ 7299977 w 7299977"/>
              <a:gd name="connsiteY3" fmla="*/ 0 h 6858000"/>
              <a:gd name="connsiteX4" fmla="*/ 7299977 w 7299977"/>
              <a:gd name="connsiteY4" fmla="*/ 6858000 h 6858000"/>
              <a:gd name="connsiteX5" fmla="*/ 5511704 w 7299977"/>
              <a:gd name="connsiteY5" fmla="*/ 6858000 h 6858000"/>
              <a:gd name="connsiteX6" fmla="*/ 4420653 w 7299977"/>
              <a:gd name="connsiteY6" fmla="*/ 6858000 h 6858000"/>
              <a:gd name="connsiteX7" fmla="*/ 1592997 w 7299977"/>
              <a:gd name="connsiteY7" fmla="*/ 6858000 h 6858000"/>
              <a:gd name="connsiteX8" fmla="*/ 1232473 w 7299977"/>
              <a:gd name="connsiteY8" fmla="*/ 6658805 h 6858000"/>
              <a:gd name="connsiteX9" fmla="*/ 1075471 w 7299977"/>
              <a:gd name="connsiteY9" fmla="*/ 6431153 h 6858000"/>
              <a:gd name="connsiteX10" fmla="*/ 1020229 w 7299977"/>
              <a:gd name="connsiteY10" fmla="*/ 6367127 h 6858000"/>
              <a:gd name="connsiteX11" fmla="*/ 883579 w 7299977"/>
              <a:gd name="connsiteY11" fmla="*/ 6281757 h 6858000"/>
              <a:gd name="connsiteX12" fmla="*/ 645167 w 7299977"/>
              <a:gd name="connsiteY12" fmla="*/ 6100347 h 6858000"/>
              <a:gd name="connsiteX13" fmla="*/ 732391 w 7299977"/>
              <a:gd name="connsiteY13" fmla="*/ 6057663 h 6858000"/>
              <a:gd name="connsiteX14" fmla="*/ 985339 w 7299977"/>
              <a:gd name="connsiteY14" fmla="*/ 6167932 h 6858000"/>
              <a:gd name="connsiteX15" fmla="*/ 1168509 w 7299977"/>
              <a:gd name="connsiteY15" fmla="*/ 6196388 h 6858000"/>
              <a:gd name="connsiteX16" fmla="*/ 909746 w 7299977"/>
              <a:gd name="connsiteY16" fmla="*/ 6004307 h 6858000"/>
              <a:gd name="connsiteX17" fmla="*/ 659704 w 7299977"/>
              <a:gd name="connsiteY17" fmla="*/ 5755314 h 6858000"/>
              <a:gd name="connsiteX18" fmla="*/ 851597 w 7299977"/>
              <a:gd name="connsiteY18" fmla="*/ 5801555 h 6858000"/>
              <a:gd name="connsiteX19" fmla="*/ 860319 w 7299977"/>
              <a:gd name="connsiteY19" fmla="*/ 5769542 h 6858000"/>
              <a:gd name="connsiteX20" fmla="*/ 691686 w 7299977"/>
              <a:gd name="connsiteY20" fmla="*/ 5474306 h 6858000"/>
              <a:gd name="connsiteX21" fmla="*/ 610278 w 7299977"/>
              <a:gd name="connsiteY21" fmla="*/ 5353367 h 6858000"/>
              <a:gd name="connsiteX22" fmla="*/ 238123 w 7299977"/>
              <a:gd name="connsiteY22" fmla="*/ 4994104 h 6858000"/>
              <a:gd name="connsiteX23" fmla="*/ 592833 w 7299977"/>
              <a:gd name="connsiteY23" fmla="*/ 5154171 h 6858000"/>
              <a:gd name="connsiteX24" fmla="*/ 226494 w 7299977"/>
              <a:gd name="connsiteY24" fmla="*/ 4805580 h 6858000"/>
              <a:gd name="connsiteX25" fmla="*/ 49139 w 7299977"/>
              <a:gd name="connsiteY25" fmla="*/ 4677526 h 6858000"/>
              <a:gd name="connsiteX26" fmla="*/ 5527 w 7299977"/>
              <a:gd name="connsiteY26" fmla="*/ 4602828 h 6858000"/>
              <a:gd name="connsiteX27" fmla="*/ 84029 w 7299977"/>
              <a:gd name="connsiteY27" fmla="*/ 4585042 h 6858000"/>
              <a:gd name="connsiteX28" fmla="*/ 325347 w 7299977"/>
              <a:gd name="connsiteY28" fmla="*/ 4613499 h 6858000"/>
              <a:gd name="connsiteX29" fmla="*/ 25879 w 7299977"/>
              <a:gd name="connsiteY29" fmla="*/ 4378734 h 6858000"/>
              <a:gd name="connsiteX30" fmla="*/ 249753 w 7299977"/>
              <a:gd name="connsiteY30" fmla="*/ 4414305 h 6858000"/>
              <a:gd name="connsiteX31" fmla="*/ 313718 w 7299977"/>
              <a:gd name="connsiteY31" fmla="*/ 4321821 h 6858000"/>
              <a:gd name="connsiteX32" fmla="*/ 418386 w 7299977"/>
              <a:gd name="connsiteY32" fmla="*/ 4172424 h 6858000"/>
              <a:gd name="connsiteX33" fmla="*/ 491072 w 7299977"/>
              <a:gd name="connsiteY33" fmla="*/ 4090612 h 6858000"/>
              <a:gd name="connsiteX34" fmla="*/ 520147 w 7299977"/>
              <a:gd name="connsiteY34" fmla="*/ 3827390 h 6858000"/>
              <a:gd name="connsiteX35" fmla="*/ 459090 w 7299977"/>
              <a:gd name="connsiteY35" fmla="*/ 3539269 h 6858000"/>
              <a:gd name="connsiteX36" fmla="*/ 290458 w 7299977"/>
              <a:gd name="connsiteY36" fmla="*/ 3393429 h 6858000"/>
              <a:gd name="connsiteX37" fmla="*/ 339884 w 7299977"/>
              <a:gd name="connsiteY37" fmla="*/ 3229805 h 6858000"/>
              <a:gd name="connsiteX38" fmla="*/ 697501 w 7299977"/>
              <a:gd name="connsiteY38" fmla="*/ 3329402 h 6858000"/>
              <a:gd name="connsiteX39" fmla="*/ 165437 w 7299977"/>
              <a:gd name="connsiteY39" fmla="*/ 2941684 h 6858000"/>
              <a:gd name="connsiteX40" fmla="*/ 255568 w 7299977"/>
              <a:gd name="connsiteY40" fmla="*/ 2923898 h 6858000"/>
              <a:gd name="connsiteX41" fmla="*/ 578296 w 7299977"/>
              <a:gd name="connsiteY41" fmla="*/ 2703362 h 6858000"/>
              <a:gd name="connsiteX42" fmla="*/ 595740 w 7299977"/>
              <a:gd name="connsiteY42" fmla="*/ 2692689 h 6858000"/>
              <a:gd name="connsiteX43" fmla="*/ 650982 w 7299977"/>
              <a:gd name="connsiteY43" fmla="*/ 2553965 h 6858000"/>
              <a:gd name="connsiteX44" fmla="*/ 825429 w 7299977"/>
              <a:gd name="connsiteY44" fmla="*/ 2532623 h 6858000"/>
              <a:gd name="connsiteX45" fmla="*/ 970802 w 7299977"/>
              <a:gd name="connsiteY45" fmla="*/ 2564636 h 6858000"/>
              <a:gd name="connsiteX46" fmla="*/ 1127805 w 7299977"/>
              <a:gd name="connsiteY46" fmla="*/ 2525509 h 6858000"/>
              <a:gd name="connsiteX47" fmla="*/ 1267362 w 7299977"/>
              <a:gd name="connsiteY47" fmla="*/ 2543294 h 6858000"/>
              <a:gd name="connsiteX48" fmla="*/ 1386568 w 7299977"/>
              <a:gd name="connsiteY48" fmla="*/ 2518395 h 6858000"/>
              <a:gd name="connsiteX49" fmla="*/ 1270270 w 7299977"/>
              <a:gd name="connsiteY49" fmla="*/ 2401012 h 6858000"/>
              <a:gd name="connsiteX50" fmla="*/ 1107453 w 7299977"/>
              <a:gd name="connsiteY50" fmla="*/ 2401012 h 6858000"/>
              <a:gd name="connsiteX51" fmla="*/ 991154 w 7299977"/>
              <a:gd name="connsiteY51" fmla="*/ 2326314 h 6858000"/>
              <a:gd name="connsiteX52" fmla="*/ 880671 w 7299977"/>
              <a:gd name="connsiteY52" fmla="*/ 2191146 h 6858000"/>
              <a:gd name="connsiteX53" fmla="*/ 491072 w 7299977"/>
              <a:gd name="connsiteY53" fmla="*/ 1974165 h 6858000"/>
              <a:gd name="connsiteX54" fmla="*/ 421293 w 7299977"/>
              <a:gd name="connsiteY54" fmla="*/ 1892353 h 6858000"/>
              <a:gd name="connsiteX55" fmla="*/ 1531941 w 7299977"/>
              <a:gd name="connsiteY55" fmla="*/ 2208931 h 6858000"/>
              <a:gd name="connsiteX56" fmla="*/ 1188861 w 7299977"/>
              <a:gd name="connsiteY56" fmla="*/ 2077320 h 6858000"/>
              <a:gd name="connsiteX57" fmla="*/ 1421458 w 7299977"/>
              <a:gd name="connsiteY57" fmla="*/ 2102219 h 6858000"/>
              <a:gd name="connsiteX58" fmla="*/ 1549386 w 7299977"/>
              <a:gd name="connsiteY58" fmla="*/ 2013292 h 6858000"/>
              <a:gd name="connsiteX59" fmla="*/ 1549386 w 7299977"/>
              <a:gd name="connsiteY59" fmla="*/ 1984836 h 6858000"/>
              <a:gd name="connsiteX60" fmla="*/ 1453440 w 7299977"/>
              <a:gd name="connsiteY60" fmla="*/ 1903025 h 6858000"/>
              <a:gd name="connsiteX61" fmla="*/ 1398198 w 7299977"/>
              <a:gd name="connsiteY61" fmla="*/ 1849668 h 6858000"/>
              <a:gd name="connsiteX62" fmla="*/ 1247011 w 7299977"/>
              <a:gd name="connsiteY62" fmla="*/ 1657587 h 6858000"/>
              <a:gd name="connsiteX63" fmla="*/ 1354586 w 7299977"/>
              <a:gd name="connsiteY63" fmla="*/ 1636245 h 6858000"/>
              <a:gd name="connsiteX64" fmla="*/ 1395290 w 7299977"/>
              <a:gd name="connsiteY64" fmla="*/ 1597117 h 6858000"/>
              <a:gd name="connsiteX65" fmla="*/ 1366216 w 7299977"/>
              <a:gd name="connsiteY65" fmla="*/ 1540204 h 6858000"/>
              <a:gd name="connsiteX66" fmla="*/ 1031858 w 7299977"/>
              <a:gd name="connsiteY66" fmla="*/ 1365909 h 6858000"/>
              <a:gd name="connsiteX67" fmla="*/ 1005692 w 7299977"/>
              <a:gd name="connsiteY67" fmla="*/ 1230741 h 6858000"/>
              <a:gd name="connsiteX68" fmla="*/ 1069655 w 7299977"/>
              <a:gd name="connsiteY68" fmla="*/ 1209399 h 6858000"/>
              <a:gd name="connsiteX69" fmla="*/ 1142342 w 7299977"/>
              <a:gd name="connsiteY69" fmla="*/ 1220069 h 6858000"/>
              <a:gd name="connsiteX70" fmla="*/ 1084193 w 7299977"/>
              <a:gd name="connsiteY70" fmla="*/ 1113358 h 6858000"/>
              <a:gd name="connsiteX71" fmla="*/ 848689 w 7299977"/>
              <a:gd name="connsiteY71" fmla="*/ 1006647 h 6858000"/>
              <a:gd name="connsiteX72" fmla="*/ 805077 w 7299977"/>
              <a:gd name="connsiteY72" fmla="*/ 949734 h 6858000"/>
              <a:gd name="connsiteX73" fmla="*/ 863226 w 7299977"/>
              <a:gd name="connsiteY73" fmla="*/ 921277 h 6858000"/>
              <a:gd name="connsiteX74" fmla="*/ 906838 w 7299977"/>
              <a:gd name="connsiteY74" fmla="*/ 910606 h 6858000"/>
              <a:gd name="connsiteX75" fmla="*/ 5527 w 7299977"/>
              <a:gd name="connsiteY75" fmla="*/ 465975 h 6858000"/>
              <a:gd name="connsiteX76" fmla="*/ 209049 w 7299977"/>
              <a:gd name="connsiteY76" fmla="*/ 462417 h 6858000"/>
              <a:gd name="connsiteX77" fmla="*/ 409664 w 7299977"/>
              <a:gd name="connsiteY77" fmla="*/ 533558 h 6858000"/>
              <a:gd name="connsiteX78" fmla="*/ 621908 w 7299977"/>
              <a:gd name="connsiteY78" fmla="*/ 522887 h 6858000"/>
              <a:gd name="connsiteX79" fmla="*/ 822522 w 7299977"/>
              <a:gd name="connsiteY79" fmla="*/ 558458 h 6858000"/>
              <a:gd name="connsiteX80" fmla="*/ 996969 w 7299977"/>
              <a:gd name="connsiteY80" fmla="*/ 558458 h 6858000"/>
              <a:gd name="connsiteX81" fmla="*/ 834151 w 7299977"/>
              <a:gd name="connsiteY81" fmla="*/ 505101 h 6858000"/>
              <a:gd name="connsiteX82" fmla="*/ 773095 w 7299977"/>
              <a:gd name="connsiteY82" fmla="*/ 416176 h 6858000"/>
              <a:gd name="connsiteX83" fmla="*/ 793447 w 7299977"/>
              <a:gd name="connsiteY83" fmla="*/ 334364 h 6858000"/>
              <a:gd name="connsiteX84" fmla="*/ 860319 w 7299977"/>
              <a:gd name="connsiteY84" fmla="*/ 359262 h 6858000"/>
              <a:gd name="connsiteX85" fmla="*/ 938820 w 7299977"/>
              <a:gd name="connsiteY85" fmla="*/ 451747 h 6858000"/>
              <a:gd name="connsiteX86" fmla="*/ 956265 w 7299977"/>
              <a:gd name="connsiteY86" fmla="*/ 394834 h 6858000"/>
              <a:gd name="connsiteX87" fmla="*/ 1002784 w 7299977"/>
              <a:gd name="connsiteY87" fmla="*/ 352148 h 6858000"/>
              <a:gd name="connsiteX88" fmla="*/ 1270270 w 7299977"/>
              <a:gd name="connsiteY88" fmla="*/ 373491 h 6858000"/>
              <a:gd name="connsiteX89" fmla="*/ 1092915 w 7299977"/>
              <a:gd name="connsiteY89" fmla="*/ 192082 h 6858000"/>
              <a:gd name="connsiteX90" fmla="*/ 979525 w 7299977"/>
              <a:gd name="connsiteY90" fmla="*/ 163625 h 6858000"/>
              <a:gd name="connsiteX91" fmla="*/ 953358 w 7299977"/>
              <a:gd name="connsiteY91" fmla="*/ 88927 h 6858000"/>
              <a:gd name="connsiteX92" fmla="*/ 1005692 w 7299977"/>
              <a:gd name="connsiteY92" fmla="*/ 71141 h 6858000"/>
              <a:gd name="connsiteX93" fmla="*/ 1267362 w 7299977"/>
              <a:gd name="connsiteY93" fmla="*/ 135168 h 6858000"/>
              <a:gd name="connsiteX94" fmla="*/ 1310975 w 7299977"/>
              <a:gd name="connsiteY94" fmla="*/ 110269 h 6858000"/>
              <a:gd name="connsiteX95" fmla="*/ 1008599 w 7299977"/>
              <a:gd name="connsiteY9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7299977" h="6858000">
                <a:moveTo>
                  <a:pt x="1008599" y="0"/>
                </a:moveTo>
                <a:lnTo>
                  <a:pt x="4420653" y="0"/>
                </a:lnTo>
                <a:lnTo>
                  <a:pt x="5511704" y="0"/>
                </a:lnTo>
                <a:lnTo>
                  <a:pt x="7299977" y="0"/>
                </a:lnTo>
                <a:lnTo>
                  <a:pt x="7299977" y="6858000"/>
                </a:lnTo>
                <a:lnTo>
                  <a:pt x="5511704" y="6858000"/>
                </a:lnTo>
                <a:lnTo>
                  <a:pt x="4420653" y="6858000"/>
                </a:lnTo>
                <a:lnTo>
                  <a:pt x="1592997" y="6858000"/>
                </a:lnTo>
                <a:cubicBezTo>
                  <a:pt x="1473792" y="6786859"/>
                  <a:pt x="1360401" y="6701489"/>
                  <a:pt x="1232473" y="6658805"/>
                </a:cubicBezTo>
                <a:cubicBezTo>
                  <a:pt x="1145250" y="6630349"/>
                  <a:pt x="1060933" y="6580550"/>
                  <a:pt x="1075471" y="6431153"/>
                </a:cubicBezTo>
                <a:cubicBezTo>
                  <a:pt x="1078378" y="6388469"/>
                  <a:pt x="1055118" y="6356456"/>
                  <a:pt x="1020229" y="6367127"/>
                </a:cubicBezTo>
                <a:cubicBezTo>
                  <a:pt x="953358" y="6388469"/>
                  <a:pt x="921375" y="6327999"/>
                  <a:pt x="883579" y="6281757"/>
                </a:cubicBezTo>
                <a:cubicBezTo>
                  <a:pt x="816707" y="6199945"/>
                  <a:pt x="752743" y="6114575"/>
                  <a:pt x="645167" y="6100347"/>
                </a:cubicBezTo>
                <a:cubicBezTo>
                  <a:pt x="665519" y="6036320"/>
                  <a:pt x="700408" y="6043434"/>
                  <a:pt x="732391" y="6057663"/>
                </a:cubicBezTo>
                <a:cubicBezTo>
                  <a:pt x="816707" y="6093234"/>
                  <a:pt x="901023" y="6132361"/>
                  <a:pt x="985339" y="6167932"/>
                </a:cubicBezTo>
                <a:cubicBezTo>
                  <a:pt x="1040581" y="6189274"/>
                  <a:pt x="1095822" y="6221287"/>
                  <a:pt x="1168509" y="6196388"/>
                </a:cubicBezTo>
                <a:cubicBezTo>
                  <a:pt x="1104545" y="6068335"/>
                  <a:pt x="996969" y="6043434"/>
                  <a:pt x="909746" y="6004307"/>
                </a:cubicBezTo>
                <a:cubicBezTo>
                  <a:pt x="802169" y="5954508"/>
                  <a:pt x="738206" y="5862025"/>
                  <a:pt x="659704" y="5755314"/>
                </a:cubicBezTo>
                <a:cubicBezTo>
                  <a:pt x="738206" y="5726858"/>
                  <a:pt x="787632" y="5805112"/>
                  <a:pt x="851597" y="5801555"/>
                </a:cubicBezTo>
                <a:cubicBezTo>
                  <a:pt x="854504" y="5790884"/>
                  <a:pt x="860319" y="5769542"/>
                  <a:pt x="860319" y="5769542"/>
                </a:cubicBezTo>
                <a:cubicBezTo>
                  <a:pt x="755650" y="5712629"/>
                  <a:pt x="709132" y="5605917"/>
                  <a:pt x="691686" y="5474306"/>
                </a:cubicBezTo>
                <a:cubicBezTo>
                  <a:pt x="685872" y="5406721"/>
                  <a:pt x="648075" y="5385379"/>
                  <a:pt x="610278" y="5353367"/>
                </a:cubicBezTo>
                <a:cubicBezTo>
                  <a:pt x="482350" y="5243097"/>
                  <a:pt x="345700" y="5143500"/>
                  <a:pt x="238123" y="4994104"/>
                </a:cubicBezTo>
                <a:cubicBezTo>
                  <a:pt x="363144" y="5011889"/>
                  <a:pt x="461997" y="5111487"/>
                  <a:pt x="592833" y="5154171"/>
                </a:cubicBezTo>
                <a:cubicBezTo>
                  <a:pt x="488165" y="4990547"/>
                  <a:pt x="351514" y="4905177"/>
                  <a:pt x="226494" y="4805580"/>
                </a:cubicBezTo>
                <a:cubicBezTo>
                  <a:pt x="168344" y="4759339"/>
                  <a:pt x="116011" y="4702425"/>
                  <a:pt x="49139" y="4677526"/>
                </a:cubicBezTo>
                <a:cubicBezTo>
                  <a:pt x="25879" y="4670412"/>
                  <a:pt x="-14826" y="4652628"/>
                  <a:pt x="5527" y="4602828"/>
                </a:cubicBezTo>
                <a:cubicBezTo>
                  <a:pt x="22972" y="4560144"/>
                  <a:pt x="54954" y="4574373"/>
                  <a:pt x="84029" y="4585042"/>
                </a:cubicBezTo>
                <a:cubicBezTo>
                  <a:pt x="153807" y="4613499"/>
                  <a:pt x="229401" y="4613499"/>
                  <a:pt x="325347" y="4613499"/>
                </a:cubicBezTo>
                <a:cubicBezTo>
                  <a:pt x="243939" y="4478331"/>
                  <a:pt x="95658" y="4521016"/>
                  <a:pt x="25879" y="4378734"/>
                </a:cubicBezTo>
                <a:cubicBezTo>
                  <a:pt x="113103" y="4353835"/>
                  <a:pt x="179975" y="4403633"/>
                  <a:pt x="249753" y="4414305"/>
                </a:cubicBezTo>
                <a:cubicBezTo>
                  <a:pt x="313718" y="4424975"/>
                  <a:pt x="328254" y="4400076"/>
                  <a:pt x="313718" y="4321821"/>
                </a:cubicBezTo>
                <a:cubicBezTo>
                  <a:pt x="290458" y="4200882"/>
                  <a:pt x="325347" y="4140411"/>
                  <a:pt x="418386" y="4172424"/>
                </a:cubicBezTo>
                <a:cubicBezTo>
                  <a:pt x="505609" y="4204438"/>
                  <a:pt x="514332" y="4158196"/>
                  <a:pt x="491072" y="4090612"/>
                </a:cubicBezTo>
                <a:cubicBezTo>
                  <a:pt x="456183" y="3991015"/>
                  <a:pt x="493979" y="3912759"/>
                  <a:pt x="520147" y="3827390"/>
                </a:cubicBezTo>
                <a:cubicBezTo>
                  <a:pt x="560851" y="3699337"/>
                  <a:pt x="543407" y="3635309"/>
                  <a:pt x="459090" y="3539269"/>
                </a:cubicBezTo>
                <a:cubicBezTo>
                  <a:pt x="409664" y="3485914"/>
                  <a:pt x="360236" y="3439672"/>
                  <a:pt x="290458" y="3393429"/>
                </a:cubicBezTo>
                <a:cubicBezTo>
                  <a:pt x="450368" y="3368530"/>
                  <a:pt x="284643" y="3283162"/>
                  <a:pt x="339884" y="3229805"/>
                </a:cubicBezTo>
                <a:cubicBezTo>
                  <a:pt x="453275" y="3208463"/>
                  <a:pt x="543407" y="3379202"/>
                  <a:pt x="697501" y="3329402"/>
                </a:cubicBezTo>
                <a:cubicBezTo>
                  <a:pt x="511425" y="3183563"/>
                  <a:pt x="302087" y="3137322"/>
                  <a:pt x="165437" y="2941684"/>
                </a:cubicBezTo>
                <a:cubicBezTo>
                  <a:pt x="197419" y="2899000"/>
                  <a:pt x="229401" y="2941684"/>
                  <a:pt x="255568" y="2923898"/>
                </a:cubicBezTo>
                <a:cubicBezTo>
                  <a:pt x="255568" y="2913227"/>
                  <a:pt x="560851" y="2980812"/>
                  <a:pt x="578296" y="2703362"/>
                </a:cubicBezTo>
                <a:cubicBezTo>
                  <a:pt x="584111" y="2703362"/>
                  <a:pt x="589926" y="2703362"/>
                  <a:pt x="595740" y="2692689"/>
                </a:cubicBezTo>
                <a:cubicBezTo>
                  <a:pt x="627722" y="2653563"/>
                  <a:pt x="598648" y="2561080"/>
                  <a:pt x="650982" y="2553965"/>
                </a:cubicBezTo>
                <a:cubicBezTo>
                  <a:pt x="709132" y="2546851"/>
                  <a:pt x="764373" y="2514837"/>
                  <a:pt x="825429" y="2532623"/>
                </a:cubicBezTo>
                <a:cubicBezTo>
                  <a:pt x="871949" y="2546851"/>
                  <a:pt x="921375" y="2564636"/>
                  <a:pt x="970802" y="2564636"/>
                </a:cubicBezTo>
                <a:cubicBezTo>
                  <a:pt x="1023136" y="2564636"/>
                  <a:pt x="1095822" y="2685576"/>
                  <a:pt x="1127805" y="2525509"/>
                </a:cubicBezTo>
                <a:cubicBezTo>
                  <a:pt x="1127805" y="2518395"/>
                  <a:pt x="1217936" y="2536181"/>
                  <a:pt x="1267362" y="2543294"/>
                </a:cubicBezTo>
                <a:cubicBezTo>
                  <a:pt x="1308067" y="2550408"/>
                  <a:pt x="1357494" y="2582422"/>
                  <a:pt x="1386568" y="2518395"/>
                </a:cubicBezTo>
                <a:cubicBezTo>
                  <a:pt x="1401105" y="2479267"/>
                  <a:pt x="1331326" y="2408126"/>
                  <a:pt x="1270270" y="2401012"/>
                </a:cubicBezTo>
                <a:cubicBezTo>
                  <a:pt x="1215029" y="2393898"/>
                  <a:pt x="1159787" y="2386784"/>
                  <a:pt x="1107453" y="2401012"/>
                </a:cubicBezTo>
                <a:cubicBezTo>
                  <a:pt x="1043489" y="2418796"/>
                  <a:pt x="1008599" y="2390340"/>
                  <a:pt x="991154" y="2326314"/>
                </a:cubicBezTo>
                <a:cubicBezTo>
                  <a:pt x="970802" y="2258731"/>
                  <a:pt x="933005" y="2223159"/>
                  <a:pt x="880671" y="2191146"/>
                </a:cubicBezTo>
                <a:cubicBezTo>
                  <a:pt x="752743" y="2112891"/>
                  <a:pt x="630630" y="2020407"/>
                  <a:pt x="491072" y="1974165"/>
                </a:cubicBezTo>
                <a:cubicBezTo>
                  <a:pt x="464905" y="1967051"/>
                  <a:pt x="432923" y="1952823"/>
                  <a:pt x="421293" y="1892353"/>
                </a:cubicBezTo>
                <a:cubicBezTo>
                  <a:pt x="799262" y="1984836"/>
                  <a:pt x="1142342" y="2223159"/>
                  <a:pt x="1531941" y="2208931"/>
                </a:cubicBezTo>
                <a:cubicBezTo>
                  <a:pt x="1427272" y="2134233"/>
                  <a:pt x="1302252" y="2130676"/>
                  <a:pt x="1188861" y="2077320"/>
                </a:cubicBezTo>
                <a:cubicBezTo>
                  <a:pt x="1270270" y="2038192"/>
                  <a:pt x="1345864" y="2080877"/>
                  <a:pt x="1421458" y="2102219"/>
                </a:cubicBezTo>
                <a:cubicBezTo>
                  <a:pt x="1485422" y="2120004"/>
                  <a:pt x="1543571" y="2123562"/>
                  <a:pt x="1549386" y="2013292"/>
                </a:cubicBezTo>
                <a:cubicBezTo>
                  <a:pt x="1549386" y="2002622"/>
                  <a:pt x="1549386" y="1995507"/>
                  <a:pt x="1549386" y="1984836"/>
                </a:cubicBezTo>
                <a:cubicBezTo>
                  <a:pt x="1526126" y="1938595"/>
                  <a:pt x="1494144" y="1917252"/>
                  <a:pt x="1453440" y="1903025"/>
                </a:cubicBezTo>
                <a:cubicBezTo>
                  <a:pt x="1430180" y="1895910"/>
                  <a:pt x="1398198" y="1881683"/>
                  <a:pt x="1398198" y="1849668"/>
                </a:cubicBezTo>
                <a:cubicBezTo>
                  <a:pt x="1401105" y="1728729"/>
                  <a:pt x="1322604" y="1693158"/>
                  <a:pt x="1247011" y="1657587"/>
                </a:cubicBezTo>
                <a:cubicBezTo>
                  <a:pt x="1287715" y="1597117"/>
                  <a:pt x="1322604" y="1639802"/>
                  <a:pt x="1354586" y="1636245"/>
                </a:cubicBezTo>
                <a:cubicBezTo>
                  <a:pt x="1374939" y="1632688"/>
                  <a:pt x="1395290" y="1629132"/>
                  <a:pt x="1395290" y="1597117"/>
                </a:cubicBezTo>
                <a:cubicBezTo>
                  <a:pt x="1395290" y="1572219"/>
                  <a:pt x="1386568" y="1540204"/>
                  <a:pt x="1366216" y="1540204"/>
                </a:cubicBezTo>
                <a:cubicBezTo>
                  <a:pt x="1238288" y="1536647"/>
                  <a:pt x="1165601" y="1365909"/>
                  <a:pt x="1031858" y="1365909"/>
                </a:cubicBezTo>
                <a:cubicBezTo>
                  <a:pt x="950450" y="1365909"/>
                  <a:pt x="1072563" y="1269868"/>
                  <a:pt x="1005692" y="1230741"/>
                </a:cubicBezTo>
                <a:cubicBezTo>
                  <a:pt x="991154" y="1220069"/>
                  <a:pt x="1046396" y="1205842"/>
                  <a:pt x="1069655" y="1209399"/>
                </a:cubicBezTo>
                <a:cubicBezTo>
                  <a:pt x="1092915" y="1212955"/>
                  <a:pt x="1113268" y="1237855"/>
                  <a:pt x="1142342" y="1220069"/>
                </a:cubicBezTo>
                <a:cubicBezTo>
                  <a:pt x="1156879" y="1156043"/>
                  <a:pt x="1119082" y="1131144"/>
                  <a:pt x="1084193" y="1113358"/>
                </a:cubicBezTo>
                <a:cubicBezTo>
                  <a:pt x="1008599" y="1070674"/>
                  <a:pt x="933005" y="1020875"/>
                  <a:pt x="848689" y="1006647"/>
                </a:cubicBezTo>
                <a:cubicBezTo>
                  <a:pt x="819615" y="1003089"/>
                  <a:pt x="802169" y="985305"/>
                  <a:pt x="805077" y="949734"/>
                </a:cubicBezTo>
                <a:cubicBezTo>
                  <a:pt x="810892" y="903491"/>
                  <a:pt x="839967" y="917720"/>
                  <a:pt x="863226" y="921277"/>
                </a:cubicBezTo>
                <a:cubicBezTo>
                  <a:pt x="877764" y="924835"/>
                  <a:pt x="892301" y="935506"/>
                  <a:pt x="906838" y="910606"/>
                </a:cubicBezTo>
                <a:cubicBezTo>
                  <a:pt x="566666" y="658055"/>
                  <a:pt x="386404" y="672284"/>
                  <a:pt x="5527" y="465975"/>
                </a:cubicBezTo>
                <a:cubicBezTo>
                  <a:pt x="89843" y="426847"/>
                  <a:pt x="150900" y="455303"/>
                  <a:pt x="209049" y="462417"/>
                </a:cubicBezTo>
                <a:cubicBezTo>
                  <a:pt x="354422" y="480203"/>
                  <a:pt x="264290" y="512216"/>
                  <a:pt x="409664" y="533558"/>
                </a:cubicBezTo>
                <a:cubicBezTo>
                  <a:pt x="479443" y="544229"/>
                  <a:pt x="543407" y="579800"/>
                  <a:pt x="621908" y="522887"/>
                </a:cubicBezTo>
                <a:cubicBezTo>
                  <a:pt x="674242" y="483759"/>
                  <a:pt x="758558" y="526444"/>
                  <a:pt x="822522" y="558458"/>
                </a:cubicBezTo>
                <a:cubicBezTo>
                  <a:pt x="874856" y="586915"/>
                  <a:pt x="927190" y="594028"/>
                  <a:pt x="996969" y="558458"/>
                </a:cubicBezTo>
                <a:cubicBezTo>
                  <a:pt x="933005" y="537116"/>
                  <a:pt x="883579" y="519330"/>
                  <a:pt x="834151" y="505101"/>
                </a:cubicBezTo>
                <a:cubicBezTo>
                  <a:pt x="793447" y="494431"/>
                  <a:pt x="770187" y="469532"/>
                  <a:pt x="773095" y="416176"/>
                </a:cubicBezTo>
                <a:cubicBezTo>
                  <a:pt x="773095" y="387720"/>
                  <a:pt x="764373" y="348592"/>
                  <a:pt x="793447" y="334364"/>
                </a:cubicBezTo>
                <a:cubicBezTo>
                  <a:pt x="816707" y="320135"/>
                  <a:pt x="848689" y="334364"/>
                  <a:pt x="860319" y="359262"/>
                </a:cubicBezTo>
                <a:cubicBezTo>
                  <a:pt x="874856" y="405504"/>
                  <a:pt x="889393" y="448189"/>
                  <a:pt x="938820" y="451747"/>
                </a:cubicBezTo>
                <a:cubicBezTo>
                  <a:pt x="1005692" y="458860"/>
                  <a:pt x="967894" y="430405"/>
                  <a:pt x="956265" y="394834"/>
                </a:cubicBezTo>
                <a:cubicBezTo>
                  <a:pt x="944635" y="355706"/>
                  <a:pt x="979525" y="345034"/>
                  <a:pt x="1002784" y="352148"/>
                </a:cubicBezTo>
                <a:cubicBezTo>
                  <a:pt x="1090008" y="384162"/>
                  <a:pt x="1180139" y="327250"/>
                  <a:pt x="1270270" y="373491"/>
                </a:cubicBezTo>
                <a:cubicBezTo>
                  <a:pt x="1247011" y="259665"/>
                  <a:pt x="1197583" y="209867"/>
                  <a:pt x="1092915" y="192082"/>
                </a:cubicBezTo>
                <a:cubicBezTo>
                  <a:pt x="1055118" y="188525"/>
                  <a:pt x="1014414" y="195638"/>
                  <a:pt x="979525" y="163625"/>
                </a:cubicBezTo>
                <a:cubicBezTo>
                  <a:pt x="959172" y="145839"/>
                  <a:pt x="938820" y="124497"/>
                  <a:pt x="953358" y="88927"/>
                </a:cubicBezTo>
                <a:cubicBezTo>
                  <a:pt x="962080" y="64027"/>
                  <a:pt x="985339" y="64027"/>
                  <a:pt x="1005692" y="71141"/>
                </a:cubicBezTo>
                <a:cubicBezTo>
                  <a:pt x="1090008" y="110269"/>
                  <a:pt x="1180139" y="120941"/>
                  <a:pt x="1267362" y="135168"/>
                </a:cubicBezTo>
                <a:cubicBezTo>
                  <a:pt x="1281900" y="138725"/>
                  <a:pt x="1296437" y="145839"/>
                  <a:pt x="1310975" y="110269"/>
                </a:cubicBezTo>
                <a:cubicBezTo>
                  <a:pt x="1209214" y="78255"/>
                  <a:pt x="1110360" y="35571"/>
                  <a:pt x="1008599" y="0"/>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p:cNvSpPr>
            <a:spLocks noGrp="1"/>
          </p:cNvSpPr>
          <p:nvPr>
            <p:ph type="title"/>
          </p:nvPr>
        </p:nvSpPr>
        <p:spPr>
          <a:xfrm>
            <a:off x="679113" y="1065749"/>
            <a:ext cx="2811607" cy="4726502"/>
          </a:xfrm>
        </p:spPr>
        <p:txBody>
          <a:bodyPr>
            <a:normAutofit/>
          </a:bodyPr>
          <a:lstStyle/>
          <a:p>
            <a:r>
              <a:rPr lang="en-US" sz="4100" dirty="0"/>
              <a:t>Sample Code - Registration Form</a:t>
            </a:r>
          </a:p>
        </p:txBody>
      </p:sp>
      <p:sp>
        <p:nvSpPr>
          <p:cNvPr id="3" name="Content Placeholder 2"/>
          <p:cNvSpPr>
            <a:spLocks noGrp="1"/>
          </p:cNvSpPr>
          <p:nvPr>
            <p:ph idx="1"/>
          </p:nvPr>
        </p:nvSpPr>
        <p:spPr>
          <a:xfrm>
            <a:off x="4800600" y="713313"/>
            <a:ext cx="4127090" cy="5431376"/>
          </a:xfrm>
        </p:spPr>
        <p:txBody>
          <a:bodyPr anchor="ctr">
            <a:normAutofit fontScale="25000" lnSpcReduction="20000"/>
          </a:bodyPr>
          <a:lstStyle/>
          <a:p>
            <a:pPr marL="0" indent="0">
              <a:buNone/>
            </a:pPr>
            <a:r>
              <a:rPr lang="en-IN" dirty="0">
                <a:latin typeface="Times New Roman" panose="02020603050405020304" pitchFamily="18" charset="0"/>
                <a:cs typeface="Times New Roman" panose="02020603050405020304" pitchFamily="18" charset="0"/>
              </a:rPr>
              <a:t>&lt;form method="POST"&gt;</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csrf_token</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&lt;!-- Full Name --&gt;</a:t>
            </a:r>
          </a:p>
          <a:p>
            <a:pPr marL="0" indent="0">
              <a:buNone/>
            </a:pPr>
            <a:r>
              <a:rPr lang="en-IN" dirty="0">
                <a:latin typeface="Times New Roman" panose="02020603050405020304" pitchFamily="18" charset="0"/>
                <a:cs typeface="Times New Roman" panose="02020603050405020304" pitchFamily="18" charset="0"/>
              </a:rPr>
              <a:t>&lt;div class="mb-3"&gt;</a:t>
            </a:r>
          </a:p>
          <a:p>
            <a:pPr marL="0" indent="0">
              <a:buNone/>
            </a:pPr>
            <a:r>
              <a:rPr lang="en-IN" dirty="0">
                <a:latin typeface="Times New Roman" panose="02020603050405020304" pitchFamily="18" charset="0"/>
                <a:cs typeface="Times New Roman" panose="02020603050405020304" pitchFamily="18" charset="0"/>
              </a:rPr>
              <a:t>&lt;label for="name" class="form-label"&gt;Full Name&lt;/label&gt;</a:t>
            </a:r>
          </a:p>
          <a:p>
            <a:pPr marL="0" indent="0">
              <a:buNone/>
            </a:pPr>
            <a:r>
              <a:rPr lang="en-IN" dirty="0">
                <a:latin typeface="Times New Roman" panose="02020603050405020304" pitchFamily="18" charset="0"/>
                <a:cs typeface="Times New Roman" panose="02020603050405020304" pitchFamily="18" charset="0"/>
              </a:rPr>
              <a:t>&lt;input type="text" class="form-control" name="name" id="name" placeholder="Enter your full name" required&gt;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&lt;!-- Email --&gt;</a:t>
            </a:r>
          </a:p>
          <a:p>
            <a:pPr marL="0" indent="0">
              <a:buNone/>
            </a:pPr>
            <a:r>
              <a:rPr lang="en-IN" dirty="0">
                <a:latin typeface="Times New Roman" panose="02020603050405020304" pitchFamily="18" charset="0"/>
                <a:cs typeface="Times New Roman" panose="02020603050405020304" pitchFamily="18" charset="0"/>
              </a:rPr>
              <a:t>&lt;div class="mb-3"&gt;</a:t>
            </a:r>
          </a:p>
          <a:p>
            <a:pPr marL="0" indent="0">
              <a:buNone/>
            </a:pPr>
            <a:r>
              <a:rPr lang="en-IN" dirty="0">
                <a:latin typeface="Times New Roman" panose="02020603050405020304" pitchFamily="18" charset="0"/>
                <a:cs typeface="Times New Roman" panose="02020603050405020304" pitchFamily="18" charset="0"/>
              </a:rPr>
              <a:t>&lt;label for="email" class="form-label"&gt;Email Address&lt;/label&gt;</a:t>
            </a:r>
          </a:p>
          <a:p>
            <a:pPr marL="0" indent="0">
              <a:buNone/>
            </a:pPr>
            <a:r>
              <a:rPr lang="en-IN" dirty="0">
                <a:latin typeface="Times New Roman" panose="02020603050405020304" pitchFamily="18" charset="0"/>
                <a:cs typeface="Times New Roman" panose="02020603050405020304" pitchFamily="18" charset="0"/>
              </a:rPr>
              <a:t>&lt;input type="email" class="form-control" name="email" id="email" placeholder="Enter your email" required&gt;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&lt;!-- Password --&gt;</a:t>
            </a:r>
          </a:p>
          <a:p>
            <a:pPr marL="0" indent="0">
              <a:buNone/>
            </a:pPr>
            <a:r>
              <a:rPr lang="en-IN" dirty="0">
                <a:latin typeface="Times New Roman" panose="02020603050405020304" pitchFamily="18" charset="0"/>
                <a:cs typeface="Times New Roman" panose="02020603050405020304" pitchFamily="18" charset="0"/>
              </a:rPr>
              <a:t>&lt;div class="mb-3"&gt;</a:t>
            </a:r>
          </a:p>
          <a:p>
            <a:pPr marL="0" indent="0">
              <a:buNone/>
            </a:pPr>
            <a:r>
              <a:rPr lang="en-IN" dirty="0">
                <a:latin typeface="Times New Roman" panose="02020603050405020304" pitchFamily="18" charset="0"/>
                <a:cs typeface="Times New Roman" panose="02020603050405020304" pitchFamily="18" charset="0"/>
              </a:rPr>
              <a:t>&lt;label for="password" class="form-label"&gt;Password&lt;/label&gt;</a:t>
            </a:r>
          </a:p>
          <a:p>
            <a:pPr marL="0" indent="0">
              <a:buNone/>
            </a:pPr>
            <a:r>
              <a:rPr lang="en-IN" dirty="0">
                <a:latin typeface="Times New Roman" panose="02020603050405020304" pitchFamily="18" charset="0"/>
                <a:cs typeface="Times New Roman" panose="02020603050405020304" pitchFamily="18" charset="0"/>
              </a:rPr>
              <a:t>&lt;div class="input-group"&gt;</a:t>
            </a:r>
          </a:p>
          <a:p>
            <a:pPr marL="0" indent="0">
              <a:buNone/>
            </a:pPr>
            <a:r>
              <a:rPr lang="en-IN" dirty="0">
                <a:latin typeface="Times New Roman" panose="02020603050405020304" pitchFamily="18" charset="0"/>
                <a:cs typeface="Times New Roman" panose="02020603050405020304" pitchFamily="18" charset="0"/>
              </a:rPr>
              <a:t>&lt;input type="password" class="form-control" name="password" id="password" placeholder="Enter password" required&gt;</a:t>
            </a:r>
          </a:p>
          <a:p>
            <a:pPr marL="0" indent="0">
              <a:buNone/>
            </a:pPr>
            <a:r>
              <a:rPr lang="en-IN" dirty="0">
                <a:latin typeface="Times New Roman" panose="02020603050405020304" pitchFamily="18" charset="0"/>
                <a:cs typeface="Times New Roman" panose="02020603050405020304" pitchFamily="18" charset="0"/>
              </a:rPr>
              <a:t>&lt;span class="password-toggle" onclick="</a:t>
            </a:r>
            <a:r>
              <a:rPr lang="en-IN" dirty="0" err="1">
                <a:latin typeface="Times New Roman" panose="02020603050405020304" pitchFamily="18" charset="0"/>
                <a:cs typeface="Times New Roman" panose="02020603050405020304" pitchFamily="18" charset="0"/>
              </a:rPr>
              <a:t>togglePassword</a:t>
            </a:r>
            <a:r>
              <a:rPr lang="en-IN" dirty="0">
                <a:latin typeface="Times New Roman" panose="02020603050405020304" pitchFamily="18" charset="0"/>
                <a:cs typeface="Times New Roman" panose="02020603050405020304" pitchFamily="18" charset="0"/>
              </a:rPr>
              <a:t>('password')"&gt;</a:t>
            </a:r>
          </a:p>
          <a:p>
            <a:pPr marL="0" indent="0">
              <a:buNone/>
            </a:pPr>
            <a:r>
              <a:rPr lang="en-IN" dirty="0">
                <a:latin typeface="Times New Roman" panose="02020603050405020304" pitchFamily="18" charset="0"/>
                <a:cs typeface="Times New Roman" panose="02020603050405020304" pitchFamily="18" charset="0"/>
              </a:rPr>
              <a:t>&lt;</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class="</a:t>
            </a:r>
            <a:r>
              <a:rPr lang="en-IN" dirty="0" err="1">
                <a:latin typeface="Times New Roman" panose="02020603050405020304" pitchFamily="18" charset="0"/>
                <a:cs typeface="Times New Roman" panose="02020603050405020304" pitchFamily="18" charset="0"/>
              </a:rPr>
              <a:t>fas</a:t>
            </a:r>
            <a:r>
              <a:rPr lang="en-IN" dirty="0">
                <a:latin typeface="Times New Roman" panose="02020603050405020304" pitchFamily="18" charset="0"/>
                <a:cs typeface="Times New Roman" panose="02020603050405020304" pitchFamily="18" charset="0"/>
              </a:rPr>
              <a:t> fa-eye"&gt;&lt;/</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&gt;</a:t>
            </a:r>
          </a:p>
          <a:p>
            <a:pPr marL="0" indent="0">
              <a:buNone/>
            </a:pPr>
            <a:r>
              <a:rPr lang="en-IN" dirty="0">
                <a:latin typeface="Times New Roman" panose="02020603050405020304" pitchFamily="18" charset="0"/>
                <a:cs typeface="Times New Roman" panose="02020603050405020304" pitchFamily="18" charset="0"/>
              </a:rPr>
              <a:t>&lt;/span&gt;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&lt;!-- Confirm Password --&gt;</a:t>
            </a:r>
          </a:p>
          <a:p>
            <a:pPr marL="0" indent="0">
              <a:buNone/>
            </a:pPr>
            <a:r>
              <a:rPr lang="en-IN" dirty="0">
                <a:latin typeface="Times New Roman" panose="02020603050405020304" pitchFamily="18" charset="0"/>
                <a:cs typeface="Times New Roman" panose="02020603050405020304" pitchFamily="18" charset="0"/>
              </a:rPr>
              <a:t>&lt;div class="mb-3"&gt;</a:t>
            </a:r>
          </a:p>
          <a:p>
            <a:pPr marL="0" indent="0">
              <a:buNone/>
            </a:pPr>
            <a:r>
              <a:rPr lang="en-IN" dirty="0">
                <a:latin typeface="Times New Roman" panose="02020603050405020304" pitchFamily="18" charset="0"/>
                <a:cs typeface="Times New Roman" panose="02020603050405020304" pitchFamily="18" charset="0"/>
              </a:rPr>
              <a:t>&lt;label for="</a:t>
            </a:r>
            <a:r>
              <a:rPr lang="en-IN" dirty="0" err="1">
                <a:latin typeface="Times New Roman" panose="02020603050405020304" pitchFamily="18" charset="0"/>
                <a:cs typeface="Times New Roman" panose="02020603050405020304" pitchFamily="18" charset="0"/>
              </a:rPr>
              <a:t>confirmPassword</a:t>
            </a:r>
            <a:r>
              <a:rPr lang="en-IN" dirty="0">
                <a:latin typeface="Times New Roman" panose="02020603050405020304" pitchFamily="18" charset="0"/>
                <a:cs typeface="Times New Roman" panose="02020603050405020304" pitchFamily="18" charset="0"/>
              </a:rPr>
              <a:t>" class="form-label"&gt;Confirm Password&lt;/label&gt;</a:t>
            </a:r>
          </a:p>
          <a:p>
            <a:pPr marL="0" indent="0">
              <a:buNone/>
            </a:pPr>
            <a:r>
              <a:rPr lang="en-IN" dirty="0">
                <a:latin typeface="Times New Roman" panose="02020603050405020304" pitchFamily="18" charset="0"/>
                <a:cs typeface="Times New Roman" panose="02020603050405020304" pitchFamily="18" charset="0"/>
              </a:rPr>
              <a:t>&lt;div class="input-group"&gt;</a:t>
            </a:r>
          </a:p>
          <a:p>
            <a:pPr marL="0" indent="0">
              <a:buNone/>
            </a:pPr>
            <a:r>
              <a:rPr lang="en-IN" dirty="0">
                <a:latin typeface="Times New Roman" panose="02020603050405020304" pitchFamily="18" charset="0"/>
                <a:cs typeface="Times New Roman" panose="02020603050405020304" pitchFamily="18" charset="0"/>
              </a:rPr>
              <a:t>&lt;input type="password" class="form-control" name="</a:t>
            </a:r>
            <a:r>
              <a:rPr lang="en-IN" dirty="0" err="1">
                <a:latin typeface="Times New Roman" panose="02020603050405020304" pitchFamily="18" charset="0"/>
                <a:cs typeface="Times New Roman" panose="02020603050405020304" pitchFamily="18" charset="0"/>
              </a:rPr>
              <a:t>confirmPassword</a:t>
            </a:r>
            <a:r>
              <a:rPr lang="en-IN" dirty="0">
                <a:latin typeface="Times New Roman" panose="02020603050405020304" pitchFamily="18" charset="0"/>
                <a:cs typeface="Times New Roman" panose="02020603050405020304" pitchFamily="18" charset="0"/>
              </a:rPr>
              <a:t>" id="</a:t>
            </a:r>
            <a:r>
              <a:rPr lang="en-IN" dirty="0" err="1">
                <a:latin typeface="Times New Roman" panose="02020603050405020304" pitchFamily="18" charset="0"/>
                <a:cs typeface="Times New Roman" panose="02020603050405020304" pitchFamily="18" charset="0"/>
              </a:rPr>
              <a:t>confirmPassword</a:t>
            </a:r>
            <a:r>
              <a:rPr lang="en-IN" dirty="0">
                <a:latin typeface="Times New Roman" panose="02020603050405020304" pitchFamily="18" charset="0"/>
                <a:cs typeface="Times New Roman" panose="02020603050405020304" pitchFamily="18" charset="0"/>
              </a:rPr>
              <a:t>" placeholder="Confirm password" required&gt;</a:t>
            </a:r>
          </a:p>
          <a:p>
            <a:pPr marL="0" indent="0">
              <a:buNone/>
            </a:pPr>
            <a:r>
              <a:rPr lang="en-IN" dirty="0">
                <a:latin typeface="Times New Roman" panose="02020603050405020304" pitchFamily="18" charset="0"/>
                <a:cs typeface="Times New Roman" panose="02020603050405020304" pitchFamily="18" charset="0"/>
              </a:rPr>
              <a:t>&lt;span class="password-toggle" onclick="</a:t>
            </a:r>
            <a:r>
              <a:rPr lang="en-IN" dirty="0" err="1">
                <a:latin typeface="Times New Roman" panose="02020603050405020304" pitchFamily="18" charset="0"/>
                <a:cs typeface="Times New Roman" panose="02020603050405020304" pitchFamily="18" charset="0"/>
              </a:rPr>
              <a:t>togglePassword</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confirmPassword</a:t>
            </a:r>
            <a:r>
              <a:rPr lang="en-IN" dirty="0">
                <a:latin typeface="Times New Roman" panose="02020603050405020304" pitchFamily="18" charset="0"/>
                <a:cs typeface="Times New Roman" panose="02020603050405020304" pitchFamily="18" charset="0"/>
              </a:rPr>
              <a:t>')"&gt;</a:t>
            </a:r>
          </a:p>
          <a:p>
            <a:pPr marL="0" indent="0">
              <a:buNone/>
            </a:pPr>
            <a:r>
              <a:rPr lang="en-IN" dirty="0">
                <a:latin typeface="Times New Roman" panose="02020603050405020304" pitchFamily="18" charset="0"/>
                <a:cs typeface="Times New Roman" panose="02020603050405020304" pitchFamily="18" charset="0"/>
              </a:rPr>
              <a:t>&lt;</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class="</a:t>
            </a:r>
            <a:r>
              <a:rPr lang="en-IN" dirty="0" err="1">
                <a:latin typeface="Times New Roman" panose="02020603050405020304" pitchFamily="18" charset="0"/>
                <a:cs typeface="Times New Roman" panose="02020603050405020304" pitchFamily="18" charset="0"/>
              </a:rPr>
              <a:t>fas</a:t>
            </a:r>
            <a:r>
              <a:rPr lang="en-IN" dirty="0">
                <a:latin typeface="Times New Roman" panose="02020603050405020304" pitchFamily="18" charset="0"/>
                <a:cs typeface="Times New Roman" panose="02020603050405020304" pitchFamily="18" charset="0"/>
              </a:rPr>
              <a:t> fa-eye"&gt;&lt;/</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&gt;</a:t>
            </a:r>
          </a:p>
          <a:p>
            <a:pPr marL="0" indent="0">
              <a:buNone/>
            </a:pPr>
            <a:r>
              <a:rPr lang="en-IN" dirty="0">
                <a:latin typeface="Times New Roman" panose="02020603050405020304" pitchFamily="18" charset="0"/>
                <a:cs typeface="Times New Roman" panose="02020603050405020304" pitchFamily="18" charset="0"/>
              </a:rPr>
              <a:t>&lt;/span&gt;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&lt;!-- Submit Button --&gt;</a:t>
            </a:r>
          </a:p>
          <a:p>
            <a:pPr marL="0" indent="0">
              <a:buNone/>
            </a:pPr>
            <a:r>
              <a:rPr lang="en-IN" dirty="0">
                <a:latin typeface="Times New Roman" panose="02020603050405020304" pitchFamily="18" charset="0"/>
                <a:cs typeface="Times New Roman" panose="02020603050405020304" pitchFamily="18" charset="0"/>
              </a:rPr>
              <a:t>&lt;div class="d-grid"&gt;</a:t>
            </a:r>
          </a:p>
          <a:p>
            <a:pPr marL="0" indent="0">
              <a:buNone/>
            </a:pPr>
            <a:r>
              <a:rPr lang="en-IN" dirty="0">
                <a:latin typeface="Times New Roman" panose="02020603050405020304" pitchFamily="18" charset="0"/>
                <a:cs typeface="Times New Roman" panose="02020603050405020304" pitchFamily="18" charset="0"/>
              </a:rPr>
              <a:t>&lt;button type="submit" class="</a:t>
            </a:r>
            <a:r>
              <a:rPr lang="en-IN" dirty="0" err="1">
                <a:latin typeface="Times New Roman" panose="02020603050405020304" pitchFamily="18" charset="0"/>
                <a:cs typeface="Times New Roman" panose="02020603050405020304" pitchFamily="18" charset="0"/>
              </a:rPr>
              <a:t>btn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btn</a:t>
            </a:r>
            <a:r>
              <a:rPr lang="en-IN" dirty="0">
                <a:latin typeface="Times New Roman" panose="02020603050405020304" pitchFamily="18" charset="0"/>
                <a:cs typeface="Times New Roman" panose="02020603050405020304" pitchFamily="18" charset="0"/>
              </a:rPr>
              <a:t>-primary </a:t>
            </a:r>
            <a:r>
              <a:rPr lang="en-IN" dirty="0" err="1">
                <a:latin typeface="Times New Roman" panose="02020603050405020304" pitchFamily="18" charset="0"/>
                <a:cs typeface="Times New Roman" panose="02020603050405020304" pitchFamily="18" charset="0"/>
              </a:rPr>
              <a:t>btn-lg</a:t>
            </a:r>
            <a:r>
              <a:rPr lang="en-IN" dirty="0">
                <a:latin typeface="Times New Roman" panose="02020603050405020304" pitchFamily="18" charset="0"/>
                <a:cs typeface="Times New Roman" panose="02020603050405020304" pitchFamily="18" charset="0"/>
              </a:rPr>
              <a:t>"&gt;Register&lt;/button&gt;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&lt;!-- Link to Login --&gt;</a:t>
            </a:r>
          </a:p>
          <a:p>
            <a:pPr marL="0" indent="0">
              <a:buNone/>
            </a:pPr>
            <a:r>
              <a:rPr lang="en-IN" dirty="0">
                <a:latin typeface="Times New Roman" panose="02020603050405020304" pitchFamily="18" charset="0"/>
                <a:cs typeface="Times New Roman" panose="02020603050405020304" pitchFamily="18" charset="0"/>
              </a:rPr>
              <a:t>&lt;p class="text-</a:t>
            </a:r>
            <a:r>
              <a:rPr lang="en-IN" dirty="0" err="1">
                <a:latin typeface="Times New Roman" panose="02020603050405020304" pitchFamily="18" charset="0"/>
                <a:cs typeface="Times New Roman" panose="02020603050405020304" pitchFamily="18" charset="0"/>
              </a:rPr>
              <a:t>center</a:t>
            </a:r>
            <a:r>
              <a:rPr lang="en-IN" dirty="0">
                <a:latin typeface="Times New Roman" panose="02020603050405020304" pitchFamily="18" charset="0"/>
                <a:cs typeface="Times New Roman" panose="02020603050405020304" pitchFamily="18" charset="0"/>
              </a:rPr>
              <a:t> mt-3"&gt;</a:t>
            </a:r>
          </a:p>
          <a:p>
            <a:pPr marL="0" indent="0">
              <a:buNone/>
            </a:pPr>
            <a:r>
              <a:rPr lang="en-IN" dirty="0">
                <a:latin typeface="Times New Roman" panose="02020603050405020304" pitchFamily="18" charset="0"/>
                <a:cs typeface="Times New Roman" panose="02020603050405020304" pitchFamily="18" charset="0"/>
              </a:rPr>
              <a:t>Already have an account? &lt;a </a:t>
            </a:r>
            <a:r>
              <a:rPr lang="en-IN" dirty="0" err="1">
                <a:latin typeface="Times New Roman" panose="02020603050405020304" pitchFamily="18" charset="0"/>
                <a:cs typeface="Times New Roman" panose="02020603050405020304" pitchFamily="18" charset="0"/>
              </a:rPr>
              <a:t>href</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url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coordinator:userlogin</a:t>
            </a:r>
            <a:r>
              <a:rPr lang="en-IN" dirty="0">
                <a:latin typeface="Times New Roman" panose="02020603050405020304" pitchFamily="18" charset="0"/>
                <a:cs typeface="Times New Roman" panose="02020603050405020304" pitchFamily="18" charset="0"/>
              </a:rPr>
              <a:t>' %}" style="</a:t>
            </a:r>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#6a11cb; text-decoration: none;"&gt;Login here&lt;/a&gt;</a:t>
            </a:r>
          </a:p>
          <a:p>
            <a:pPr marL="0" indent="0">
              <a:buNone/>
            </a:pPr>
            <a:r>
              <a:rPr lang="en-IN" dirty="0">
                <a:latin typeface="Times New Roman" panose="02020603050405020304" pitchFamily="18" charset="0"/>
                <a:cs typeface="Times New Roman" panose="02020603050405020304" pitchFamily="18" charset="0"/>
              </a:rPr>
              <a:t>&lt;/p&gt;</a:t>
            </a:r>
          </a:p>
          <a:p>
            <a:pPr marL="0" indent="0">
              <a:buNone/>
            </a:pPr>
            <a:r>
              <a:rPr lang="en-IN" dirty="0">
                <a:latin typeface="Times New Roman" panose="02020603050405020304" pitchFamily="18" charset="0"/>
                <a:cs typeface="Times New Roman" panose="02020603050405020304" pitchFamily="18" charset="0"/>
              </a:rPr>
              <a:t>&lt;/form&gt;</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0339EE9-5436-4860-BBFC-7CD7C90D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A770EBD-5B77-46EC-BF58-EF27ACD6B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1" y="0"/>
            <a:ext cx="5653279" cy="6858000"/>
          </a:xfrm>
          <a:custGeom>
            <a:avLst/>
            <a:gdLst>
              <a:gd name="connsiteX0" fmla="*/ 1008599 w 7299977"/>
              <a:gd name="connsiteY0" fmla="*/ 0 h 6858000"/>
              <a:gd name="connsiteX1" fmla="*/ 4420653 w 7299977"/>
              <a:gd name="connsiteY1" fmla="*/ 0 h 6858000"/>
              <a:gd name="connsiteX2" fmla="*/ 5511704 w 7299977"/>
              <a:gd name="connsiteY2" fmla="*/ 0 h 6858000"/>
              <a:gd name="connsiteX3" fmla="*/ 7299977 w 7299977"/>
              <a:gd name="connsiteY3" fmla="*/ 0 h 6858000"/>
              <a:gd name="connsiteX4" fmla="*/ 7299977 w 7299977"/>
              <a:gd name="connsiteY4" fmla="*/ 6858000 h 6858000"/>
              <a:gd name="connsiteX5" fmla="*/ 5511704 w 7299977"/>
              <a:gd name="connsiteY5" fmla="*/ 6858000 h 6858000"/>
              <a:gd name="connsiteX6" fmla="*/ 4420653 w 7299977"/>
              <a:gd name="connsiteY6" fmla="*/ 6858000 h 6858000"/>
              <a:gd name="connsiteX7" fmla="*/ 1592997 w 7299977"/>
              <a:gd name="connsiteY7" fmla="*/ 6858000 h 6858000"/>
              <a:gd name="connsiteX8" fmla="*/ 1232473 w 7299977"/>
              <a:gd name="connsiteY8" fmla="*/ 6658805 h 6858000"/>
              <a:gd name="connsiteX9" fmla="*/ 1075471 w 7299977"/>
              <a:gd name="connsiteY9" fmla="*/ 6431153 h 6858000"/>
              <a:gd name="connsiteX10" fmla="*/ 1020229 w 7299977"/>
              <a:gd name="connsiteY10" fmla="*/ 6367127 h 6858000"/>
              <a:gd name="connsiteX11" fmla="*/ 883579 w 7299977"/>
              <a:gd name="connsiteY11" fmla="*/ 6281757 h 6858000"/>
              <a:gd name="connsiteX12" fmla="*/ 645167 w 7299977"/>
              <a:gd name="connsiteY12" fmla="*/ 6100347 h 6858000"/>
              <a:gd name="connsiteX13" fmla="*/ 732391 w 7299977"/>
              <a:gd name="connsiteY13" fmla="*/ 6057663 h 6858000"/>
              <a:gd name="connsiteX14" fmla="*/ 985339 w 7299977"/>
              <a:gd name="connsiteY14" fmla="*/ 6167932 h 6858000"/>
              <a:gd name="connsiteX15" fmla="*/ 1168509 w 7299977"/>
              <a:gd name="connsiteY15" fmla="*/ 6196388 h 6858000"/>
              <a:gd name="connsiteX16" fmla="*/ 909746 w 7299977"/>
              <a:gd name="connsiteY16" fmla="*/ 6004307 h 6858000"/>
              <a:gd name="connsiteX17" fmla="*/ 659704 w 7299977"/>
              <a:gd name="connsiteY17" fmla="*/ 5755314 h 6858000"/>
              <a:gd name="connsiteX18" fmla="*/ 851597 w 7299977"/>
              <a:gd name="connsiteY18" fmla="*/ 5801555 h 6858000"/>
              <a:gd name="connsiteX19" fmla="*/ 860319 w 7299977"/>
              <a:gd name="connsiteY19" fmla="*/ 5769542 h 6858000"/>
              <a:gd name="connsiteX20" fmla="*/ 691686 w 7299977"/>
              <a:gd name="connsiteY20" fmla="*/ 5474306 h 6858000"/>
              <a:gd name="connsiteX21" fmla="*/ 610278 w 7299977"/>
              <a:gd name="connsiteY21" fmla="*/ 5353367 h 6858000"/>
              <a:gd name="connsiteX22" fmla="*/ 238123 w 7299977"/>
              <a:gd name="connsiteY22" fmla="*/ 4994104 h 6858000"/>
              <a:gd name="connsiteX23" fmla="*/ 592833 w 7299977"/>
              <a:gd name="connsiteY23" fmla="*/ 5154171 h 6858000"/>
              <a:gd name="connsiteX24" fmla="*/ 226494 w 7299977"/>
              <a:gd name="connsiteY24" fmla="*/ 4805580 h 6858000"/>
              <a:gd name="connsiteX25" fmla="*/ 49139 w 7299977"/>
              <a:gd name="connsiteY25" fmla="*/ 4677526 h 6858000"/>
              <a:gd name="connsiteX26" fmla="*/ 5527 w 7299977"/>
              <a:gd name="connsiteY26" fmla="*/ 4602828 h 6858000"/>
              <a:gd name="connsiteX27" fmla="*/ 84029 w 7299977"/>
              <a:gd name="connsiteY27" fmla="*/ 4585042 h 6858000"/>
              <a:gd name="connsiteX28" fmla="*/ 325347 w 7299977"/>
              <a:gd name="connsiteY28" fmla="*/ 4613499 h 6858000"/>
              <a:gd name="connsiteX29" fmla="*/ 25879 w 7299977"/>
              <a:gd name="connsiteY29" fmla="*/ 4378734 h 6858000"/>
              <a:gd name="connsiteX30" fmla="*/ 249753 w 7299977"/>
              <a:gd name="connsiteY30" fmla="*/ 4414305 h 6858000"/>
              <a:gd name="connsiteX31" fmla="*/ 313718 w 7299977"/>
              <a:gd name="connsiteY31" fmla="*/ 4321821 h 6858000"/>
              <a:gd name="connsiteX32" fmla="*/ 418386 w 7299977"/>
              <a:gd name="connsiteY32" fmla="*/ 4172424 h 6858000"/>
              <a:gd name="connsiteX33" fmla="*/ 491072 w 7299977"/>
              <a:gd name="connsiteY33" fmla="*/ 4090612 h 6858000"/>
              <a:gd name="connsiteX34" fmla="*/ 520147 w 7299977"/>
              <a:gd name="connsiteY34" fmla="*/ 3827390 h 6858000"/>
              <a:gd name="connsiteX35" fmla="*/ 459090 w 7299977"/>
              <a:gd name="connsiteY35" fmla="*/ 3539269 h 6858000"/>
              <a:gd name="connsiteX36" fmla="*/ 290458 w 7299977"/>
              <a:gd name="connsiteY36" fmla="*/ 3393429 h 6858000"/>
              <a:gd name="connsiteX37" fmla="*/ 339884 w 7299977"/>
              <a:gd name="connsiteY37" fmla="*/ 3229805 h 6858000"/>
              <a:gd name="connsiteX38" fmla="*/ 697501 w 7299977"/>
              <a:gd name="connsiteY38" fmla="*/ 3329402 h 6858000"/>
              <a:gd name="connsiteX39" fmla="*/ 165437 w 7299977"/>
              <a:gd name="connsiteY39" fmla="*/ 2941684 h 6858000"/>
              <a:gd name="connsiteX40" fmla="*/ 255568 w 7299977"/>
              <a:gd name="connsiteY40" fmla="*/ 2923898 h 6858000"/>
              <a:gd name="connsiteX41" fmla="*/ 578296 w 7299977"/>
              <a:gd name="connsiteY41" fmla="*/ 2703362 h 6858000"/>
              <a:gd name="connsiteX42" fmla="*/ 595740 w 7299977"/>
              <a:gd name="connsiteY42" fmla="*/ 2692689 h 6858000"/>
              <a:gd name="connsiteX43" fmla="*/ 650982 w 7299977"/>
              <a:gd name="connsiteY43" fmla="*/ 2553965 h 6858000"/>
              <a:gd name="connsiteX44" fmla="*/ 825429 w 7299977"/>
              <a:gd name="connsiteY44" fmla="*/ 2532623 h 6858000"/>
              <a:gd name="connsiteX45" fmla="*/ 970802 w 7299977"/>
              <a:gd name="connsiteY45" fmla="*/ 2564636 h 6858000"/>
              <a:gd name="connsiteX46" fmla="*/ 1127805 w 7299977"/>
              <a:gd name="connsiteY46" fmla="*/ 2525509 h 6858000"/>
              <a:gd name="connsiteX47" fmla="*/ 1267362 w 7299977"/>
              <a:gd name="connsiteY47" fmla="*/ 2543294 h 6858000"/>
              <a:gd name="connsiteX48" fmla="*/ 1386568 w 7299977"/>
              <a:gd name="connsiteY48" fmla="*/ 2518395 h 6858000"/>
              <a:gd name="connsiteX49" fmla="*/ 1270270 w 7299977"/>
              <a:gd name="connsiteY49" fmla="*/ 2401012 h 6858000"/>
              <a:gd name="connsiteX50" fmla="*/ 1107453 w 7299977"/>
              <a:gd name="connsiteY50" fmla="*/ 2401012 h 6858000"/>
              <a:gd name="connsiteX51" fmla="*/ 991154 w 7299977"/>
              <a:gd name="connsiteY51" fmla="*/ 2326314 h 6858000"/>
              <a:gd name="connsiteX52" fmla="*/ 880671 w 7299977"/>
              <a:gd name="connsiteY52" fmla="*/ 2191146 h 6858000"/>
              <a:gd name="connsiteX53" fmla="*/ 491072 w 7299977"/>
              <a:gd name="connsiteY53" fmla="*/ 1974165 h 6858000"/>
              <a:gd name="connsiteX54" fmla="*/ 421293 w 7299977"/>
              <a:gd name="connsiteY54" fmla="*/ 1892353 h 6858000"/>
              <a:gd name="connsiteX55" fmla="*/ 1531941 w 7299977"/>
              <a:gd name="connsiteY55" fmla="*/ 2208931 h 6858000"/>
              <a:gd name="connsiteX56" fmla="*/ 1188861 w 7299977"/>
              <a:gd name="connsiteY56" fmla="*/ 2077320 h 6858000"/>
              <a:gd name="connsiteX57" fmla="*/ 1421458 w 7299977"/>
              <a:gd name="connsiteY57" fmla="*/ 2102219 h 6858000"/>
              <a:gd name="connsiteX58" fmla="*/ 1549386 w 7299977"/>
              <a:gd name="connsiteY58" fmla="*/ 2013292 h 6858000"/>
              <a:gd name="connsiteX59" fmla="*/ 1549386 w 7299977"/>
              <a:gd name="connsiteY59" fmla="*/ 1984836 h 6858000"/>
              <a:gd name="connsiteX60" fmla="*/ 1453440 w 7299977"/>
              <a:gd name="connsiteY60" fmla="*/ 1903025 h 6858000"/>
              <a:gd name="connsiteX61" fmla="*/ 1398198 w 7299977"/>
              <a:gd name="connsiteY61" fmla="*/ 1849668 h 6858000"/>
              <a:gd name="connsiteX62" fmla="*/ 1247011 w 7299977"/>
              <a:gd name="connsiteY62" fmla="*/ 1657587 h 6858000"/>
              <a:gd name="connsiteX63" fmla="*/ 1354586 w 7299977"/>
              <a:gd name="connsiteY63" fmla="*/ 1636245 h 6858000"/>
              <a:gd name="connsiteX64" fmla="*/ 1395290 w 7299977"/>
              <a:gd name="connsiteY64" fmla="*/ 1597117 h 6858000"/>
              <a:gd name="connsiteX65" fmla="*/ 1366216 w 7299977"/>
              <a:gd name="connsiteY65" fmla="*/ 1540204 h 6858000"/>
              <a:gd name="connsiteX66" fmla="*/ 1031858 w 7299977"/>
              <a:gd name="connsiteY66" fmla="*/ 1365909 h 6858000"/>
              <a:gd name="connsiteX67" fmla="*/ 1005692 w 7299977"/>
              <a:gd name="connsiteY67" fmla="*/ 1230741 h 6858000"/>
              <a:gd name="connsiteX68" fmla="*/ 1069655 w 7299977"/>
              <a:gd name="connsiteY68" fmla="*/ 1209399 h 6858000"/>
              <a:gd name="connsiteX69" fmla="*/ 1142342 w 7299977"/>
              <a:gd name="connsiteY69" fmla="*/ 1220069 h 6858000"/>
              <a:gd name="connsiteX70" fmla="*/ 1084193 w 7299977"/>
              <a:gd name="connsiteY70" fmla="*/ 1113358 h 6858000"/>
              <a:gd name="connsiteX71" fmla="*/ 848689 w 7299977"/>
              <a:gd name="connsiteY71" fmla="*/ 1006647 h 6858000"/>
              <a:gd name="connsiteX72" fmla="*/ 805077 w 7299977"/>
              <a:gd name="connsiteY72" fmla="*/ 949734 h 6858000"/>
              <a:gd name="connsiteX73" fmla="*/ 863226 w 7299977"/>
              <a:gd name="connsiteY73" fmla="*/ 921277 h 6858000"/>
              <a:gd name="connsiteX74" fmla="*/ 906838 w 7299977"/>
              <a:gd name="connsiteY74" fmla="*/ 910606 h 6858000"/>
              <a:gd name="connsiteX75" fmla="*/ 5527 w 7299977"/>
              <a:gd name="connsiteY75" fmla="*/ 465975 h 6858000"/>
              <a:gd name="connsiteX76" fmla="*/ 209049 w 7299977"/>
              <a:gd name="connsiteY76" fmla="*/ 462417 h 6858000"/>
              <a:gd name="connsiteX77" fmla="*/ 409664 w 7299977"/>
              <a:gd name="connsiteY77" fmla="*/ 533558 h 6858000"/>
              <a:gd name="connsiteX78" fmla="*/ 621908 w 7299977"/>
              <a:gd name="connsiteY78" fmla="*/ 522887 h 6858000"/>
              <a:gd name="connsiteX79" fmla="*/ 822522 w 7299977"/>
              <a:gd name="connsiteY79" fmla="*/ 558458 h 6858000"/>
              <a:gd name="connsiteX80" fmla="*/ 996969 w 7299977"/>
              <a:gd name="connsiteY80" fmla="*/ 558458 h 6858000"/>
              <a:gd name="connsiteX81" fmla="*/ 834151 w 7299977"/>
              <a:gd name="connsiteY81" fmla="*/ 505101 h 6858000"/>
              <a:gd name="connsiteX82" fmla="*/ 773095 w 7299977"/>
              <a:gd name="connsiteY82" fmla="*/ 416176 h 6858000"/>
              <a:gd name="connsiteX83" fmla="*/ 793447 w 7299977"/>
              <a:gd name="connsiteY83" fmla="*/ 334364 h 6858000"/>
              <a:gd name="connsiteX84" fmla="*/ 860319 w 7299977"/>
              <a:gd name="connsiteY84" fmla="*/ 359262 h 6858000"/>
              <a:gd name="connsiteX85" fmla="*/ 938820 w 7299977"/>
              <a:gd name="connsiteY85" fmla="*/ 451747 h 6858000"/>
              <a:gd name="connsiteX86" fmla="*/ 956265 w 7299977"/>
              <a:gd name="connsiteY86" fmla="*/ 394834 h 6858000"/>
              <a:gd name="connsiteX87" fmla="*/ 1002784 w 7299977"/>
              <a:gd name="connsiteY87" fmla="*/ 352148 h 6858000"/>
              <a:gd name="connsiteX88" fmla="*/ 1270270 w 7299977"/>
              <a:gd name="connsiteY88" fmla="*/ 373491 h 6858000"/>
              <a:gd name="connsiteX89" fmla="*/ 1092915 w 7299977"/>
              <a:gd name="connsiteY89" fmla="*/ 192082 h 6858000"/>
              <a:gd name="connsiteX90" fmla="*/ 979525 w 7299977"/>
              <a:gd name="connsiteY90" fmla="*/ 163625 h 6858000"/>
              <a:gd name="connsiteX91" fmla="*/ 953358 w 7299977"/>
              <a:gd name="connsiteY91" fmla="*/ 88927 h 6858000"/>
              <a:gd name="connsiteX92" fmla="*/ 1005692 w 7299977"/>
              <a:gd name="connsiteY92" fmla="*/ 71141 h 6858000"/>
              <a:gd name="connsiteX93" fmla="*/ 1267362 w 7299977"/>
              <a:gd name="connsiteY93" fmla="*/ 135168 h 6858000"/>
              <a:gd name="connsiteX94" fmla="*/ 1310975 w 7299977"/>
              <a:gd name="connsiteY94" fmla="*/ 110269 h 6858000"/>
              <a:gd name="connsiteX95" fmla="*/ 1008599 w 7299977"/>
              <a:gd name="connsiteY9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7299977" h="6858000">
                <a:moveTo>
                  <a:pt x="1008599" y="0"/>
                </a:moveTo>
                <a:lnTo>
                  <a:pt x="4420653" y="0"/>
                </a:lnTo>
                <a:lnTo>
                  <a:pt x="5511704" y="0"/>
                </a:lnTo>
                <a:lnTo>
                  <a:pt x="7299977" y="0"/>
                </a:lnTo>
                <a:lnTo>
                  <a:pt x="7299977" y="6858000"/>
                </a:lnTo>
                <a:lnTo>
                  <a:pt x="5511704" y="6858000"/>
                </a:lnTo>
                <a:lnTo>
                  <a:pt x="4420653" y="6858000"/>
                </a:lnTo>
                <a:lnTo>
                  <a:pt x="1592997" y="6858000"/>
                </a:lnTo>
                <a:cubicBezTo>
                  <a:pt x="1473792" y="6786859"/>
                  <a:pt x="1360401" y="6701489"/>
                  <a:pt x="1232473" y="6658805"/>
                </a:cubicBezTo>
                <a:cubicBezTo>
                  <a:pt x="1145250" y="6630349"/>
                  <a:pt x="1060933" y="6580550"/>
                  <a:pt x="1075471" y="6431153"/>
                </a:cubicBezTo>
                <a:cubicBezTo>
                  <a:pt x="1078378" y="6388469"/>
                  <a:pt x="1055118" y="6356456"/>
                  <a:pt x="1020229" y="6367127"/>
                </a:cubicBezTo>
                <a:cubicBezTo>
                  <a:pt x="953358" y="6388469"/>
                  <a:pt x="921375" y="6327999"/>
                  <a:pt x="883579" y="6281757"/>
                </a:cubicBezTo>
                <a:cubicBezTo>
                  <a:pt x="816707" y="6199945"/>
                  <a:pt x="752743" y="6114575"/>
                  <a:pt x="645167" y="6100347"/>
                </a:cubicBezTo>
                <a:cubicBezTo>
                  <a:pt x="665519" y="6036320"/>
                  <a:pt x="700408" y="6043434"/>
                  <a:pt x="732391" y="6057663"/>
                </a:cubicBezTo>
                <a:cubicBezTo>
                  <a:pt x="816707" y="6093234"/>
                  <a:pt x="901023" y="6132361"/>
                  <a:pt x="985339" y="6167932"/>
                </a:cubicBezTo>
                <a:cubicBezTo>
                  <a:pt x="1040581" y="6189274"/>
                  <a:pt x="1095822" y="6221287"/>
                  <a:pt x="1168509" y="6196388"/>
                </a:cubicBezTo>
                <a:cubicBezTo>
                  <a:pt x="1104545" y="6068335"/>
                  <a:pt x="996969" y="6043434"/>
                  <a:pt x="909746" y="6004307"/>
                </a:cubicBezTo>
                <a:cubicBezTo>
                  <a:pt x="802169" y="5954508"/>
                  <a:pt x="738206" y="5862025"/>
                  <a:pt x="659704" y="5755314"/>
                </a:cubicBezTo>
                <a:cubicBezTo>
                  <a:pt x="738206" y="5726858"/>
                  <a:pt x="787632" y="5805112"/>
                  <a:pt x="851597" y="5801555"/>
                </a:cubicBezTo>
                <a:cubicBezTo>
                  <a:pt x="854504" y="5790884"/>
                  <a:pt x="860319" y="5769542"/>
                  <a:pt x="860319" y="5769542"/>
                </a:cubicBezTo>
                <a:cubicBezTo>
                  <a:pt x="755650" y="5712629"/>
                  <a:pt x="709132" y="5605917"/>
                  <a:pt x="691686" y="5474306"/>
                </a:cubicBezTo>
                <a:cubicBezTo>
                  <a:pt x="685872" y="5406721"/>
                  <a:pt x="648075" y="5385379"/>
                  <a:pt x="610278" y="5353367"/>
                </a:cubicBezTo>
                <a:cubicBezTo>
                  <a:pt x="482350" y="5243097"/>
                  <a:pt x="345700" y="5143500"/>
                  <a:pt x="238123" y="4994104"/>
                </a:cubicBezTo>
                <a:cubicBezTo>
                  <a:pt x="363144" y="5011889"/>
                  <a:pt x="461997" y="5111487"/>
                  <a:pt x="592833" y="5154171"/>
                </a:cubicBezTo>
                <a:cubicBezTo>
                  <a:pt x="488165" y="4990547"/>
                  <a:pt x="351514" y="4905177"/>
                  <a:pt x="226494" y="4805580"/>
                </a:cubicBezTo>
                <a:cubicBezTo>
                  <a:pt x="168344" y="4759339"/>
                  <a:pt x="116011" y="4702425"/>
                  <a:pt x="49139" y="4677526"/>
                </a:cubicBezTo>
                <a:cubicBezTo>
                  <a:pt x="25879" y="4670412"/>
                  <a:pt x="-14826" y="4652628"/>
                  <a:pt x="5527" y="4602828"/>
                </a:cubicBezTo>
                <a:cubicBezTo>
                  <a:pt x="22972" y="4560144"/>
                  <a:pt x="54954" y="4574373"/>
                  <a:pt x="84029" y="4585042"/>
                </a:cubicBezTo>
                <a:cubicBezTo>
                  <a:pt x="153807" y="4613499"/>
                  <a:pt x="229401" y="4613499"/>
                  <a:pt x="325347" y="4613499"/>
                </a:cubicBezTo>
                <a:cubicBezTo>
                  <a:pt x="243939" y="4478331"/>
                  <a:pt x="95658" y="4521016"/>
                  <a:pt x="25879" y="4378734"/>
                </a:cubicBezTo>
                <a:cubicBezTo>
                  <a:pt x="113103" y="4353835"/>
                  <a:pt x="179975" y="4403633"/>
                  <a:pt x="249753" y="4414305"/>
                </a:cubicBezTo>
                <a:cubicBezTo>
                  <a:pt x="313718" y="4424975"/>
                  <a:pt x="328254" y="4400076"/>
                  <a:pt x="313718" y="4321821"/>
                </a:cubicBezTo>
                <a:cubicBezTo>
                  <a:pt x="290458" y="4200882"/>
                  <a:pt x="325347" y="4140411"/>
                  <a:pt x="418386" y="4172424"/>
                </a:cubicBezTo>
                <a:cubicBezTo>
                  <a:pt x="505609" y="4204438"/>
                  <a:pt x="514332" y="4158196"/>
                  <a:pt x="491072" y="4090612"/>
                </a:cubicBezTo>
                <a:cubicBezTo>
                  <a:pt x="456183" y="3991015"/>
                  <a:pt x="493979" y="3912759"/>
                  <a:pt x="520147" y="3827390"/>
                </a:cubicBezTo>
                <a:cubicBezTo>
                  <a:pt x="560851" y="3699337"/>
                  <a:pt x="543407" y="3635309"/>
                  <a:pt x="459090" y="3539269"/>
                </a:cubicBezTo>
                <a:cubicBezTo>
                  <a:pt x="409664" y="3485914"/>
                  <a:pt x="360236" y="3439672"/>
                  <a:pt x="290458" y="3393429"/>
                </a:cubicBezTo>
                <a:cubicBezTo>
                  <a:pt x="450368" y="3368530"/>
                  <a:pt x="284643" y="3283162"/>
                  <a:pt x="339884" y="3229805"/>
                </a:cubicBezTo>
                <a:cubicBezTo>
                  <a:pt x="453275" y="3208463"/>
                  <a:pt x="543407" y="3379202"/>
                  <a:pt x="697501" y="3329402"/>
                </a:cubicBezTo>
                <a:cubicBezTo>
                  <a:pt x="511425" y="3183563"/>
                  <a:pt x="302087" y="3137322"/>
                  <a:pt x="165437" y="2941684"/>
                </a:cubicBezTo>
                <a:cubicBezTo>
                  <a:pt x="197419" y="2899000"/>
                  <a:pt x="229401" y="2941684"/>
                  <a:pt x="255568" y="2923898"/>
                </a:cubicBezTo>
                <a:cubicBezTo>
                  <a:pt x="255568" y="2913227"/>
                  <a:pt x="560851" y="2980812"/>
                  <a:pt x="578296" y="2703362"/>
                </a:cubicBezTo>
                <a:cubicBezTo>
                  <a:pt x="584111" y="2703362"/>
                  <a:pt x="589926" y="2703362"/>
                  <a:pt x="595740" y="2692689"/>
                </a:cubicBezTo>
                <a:cubicBezTo>
                  <a:pt x="627722" y="2653563"/>
                  <a:pt x="598648" y="2561080"/>
                  <a:pt x="650982" y="2553965"/>
                </a:cubicBezTo>
                <a:cubicBezTo>
                  <a:pt x="709132" y="2546851"/>
                  <a:pt x="764373" y="2514837"/>
                  <a:pt x="825429" y="2532623"/>
                </a:cubicBezTo>
                <a:cubicBezTo>
                  <a:pt x="871949" y="2546851"/>
                  <a:pt x="921375" y="2564636"/>
                  <a:pt x="970802" y="2564636"/>
                </a:cubicBezTo>
                <a:cubicBezTo>
                  <a:pt x="1023136" y="2564636"/>
                  <a:pt x="1095822" y="2685576"/>
                  <a:pt x="1127805" y="2525509"/>
                </a:cubicBezTo>
                <a:cubicBezTo>
                  <a:pt x="1127805" y="2518395"/>
                  <a:pt x="1217936" y="2536181"/>
                  <a:pt x="1267362" y="2543294"/>
                </a:cubicBezTo>
                <a:cubicBezTo>
                  <a:pt x="1308067" y="2550408"/>
                  <a:pt x="1357494" y="2582422"/>
                  <a:pt x="1386568" y="2518395"/>
                </a:cubicBezTo>
                <a:cubicBezTo>
                  <a:pt x="1401105" y="2479267"/>
                  <a:pt x="1331326" y="2408126"/>
                  <a:pt x="1270270" y="2401012"/>
                </a:cubicBezTo>
                <a:cubicBezTo>
                  <a:pt x="1215029" y="2393898"/>
                  <a:pt x="1159787" y="2386784"/>
                  <a:pt x="1107453" y="2401012"/>
                </a:cubicBezTo>
                <a:cubicBezTo>
                  <a:pt x="1043489" y="2418796"/>
                  <a:pt x="1008599" y="2390340"/>
                  <a:pt x="991154" y="2326314"/>
                </a:cubicBezTo>
                <a:cubicBezTo>
                  <a:pt x="970802" y="2258731"/>
                  <a:pt x="933005" y="2223159"/>
                  <a:pt x="880671" y="2191146"/>
                </a:cubicBezTo>
                <a:cubicBezTo>
                  <a:pt x="752743" y="2112891"/>
                  <a:pt x="630630" y="2020407"/>
                  <a:pt x="491072" y="1974165"/>
                </a:cubicBezTo>
                <a:cubicBezTo>
                  <a:pt x="464905" y="1967051"/>
                  <a:pt x="432923" y="1952823"/>
                  <a:pt x="421293" y="1892353"/>
                </a:cubicBezTo>
                <a:cubicBezTo>
                  <a:pt x="799262" y="1984836"/>
                  <a:pt x="1142342" y="2223159"/>
                  <a:pt x="1531941" y="2208931"/>
                </a:cubicBezTo>
                <a:cubicBezTo>
                  <a:pt x="1427272" y="2134233"/>
                  <a:pt x="1302252" y="2130676"/>
                  <a:pt x="1188861" y="2077320"/>
                </a:cubicBezTo>
                <a:cubicBezTo>
                  <a:pt x="1270270" y="2038192"/>
                  <a:pt x="1345864" y="2080877"/>
                  <a:pt x="1421458" y="2102219"/>
                </a:cubicBezTo>
                <a:cubicBezTo>
                  <a:pt x="1485422" y="2120004"/>
                  <a:pt x="1543571" y="2123562"/>
                  <a:pt x="1549386" y="2013292"/>
                </a:cubicBezTo>
                <a:cubicBezTo>
                  <a:pt x="1549386" y="2002622"/>
                  <a:pt x="1549386" y="1995507"/>
                  <a:pt x="1549386" y="1984836"/>
                </a:cubicBezTo>
                <a:cubicBezTo>
                  <a:pt x="1526126" y="1938595"/>
                  <a:pt x="1494144" y="1917252"/>
                  <a:pt x="1453440" y="1903025"/>
                </a:cubicBezTo>
                <a:cubicBezTo>
                  <a:pt x="1430180" y="1895910"/>
                  <a:pt x="1398198" y="1881683"/>
                  <a:pt x="1398198" y="1849668"/>
                </a:cubicBezTo>
                <a:cubicBezTo>
                  <a:pt x="1401105" y="1728729"/>
                  <a:pt x="1322604" y="1693158"/>
                  <a:pt x="1247011" y="1657587"/>
                </a:cubicBezTo>
                <a:cubicBezTo>
                  <a:pt x="1287715" y="1597117"/>
                  <a:pt x="1322604" y="1639802"/>
                  <a:pt x="1354586" y="1636245"/>
                </a:cubicBezTo>
                <a:cubicBezTo>
                  <a:pt x="1374939" y="1632688"/>
                  <a:pt x="1395290" y="1629132"/>
                  <a:pt x="1395290" y="1597117"/>
                </a:cubicBezTo>
                <a:cubicBezTo>
                  <a:pt x="1395290" y="1572219"/>
                  <a:pt x="1386568" y="1540204"/>
                  <a:pt x="1366216" y="1540204"/>
                </a:cubicBezTo>
                <a:cubicBezTo>
                  <a:pt x="1238288" y="1536647"/>
                  <a:pt x="1165601" y="1365909"/>
                  <a:pt x="1031858" y="1365909"/>
                </a:cubicBezTo>
                <a:cubicBezTo>
                  <a:pt x="950450" y="1365909"/>
                  <a:pt x="1072563" y="1269868"/>
                  <a:pt x="1005692" y="1230741"/>
                </a:cubicBezTo>
                <a:cubicBezTo>
                  <a:pt x="991154" y="1220069"/>
                  <a:pt x="1046396" y="1205842"/>
                  <a:pt x="1069655" y="1209399"/>
                </a:cubicBezTo>
                <a:cubicBezTo>
                  <a:pt x="1092915" y="1212955"/>
                  <a:pt x="1113268" y="1237855"/>
                  <a:pt x="1142342" y="1220069"/>
                </a:cubicBezTo>
                <a:cubicBezTo>
                  <a:pt x="1156879" y="1156043"/>
                  <a:pt x="1119082" y="1131144"/>
                  <a:pt x="1084193" y="1113358"/>
                </a:cubicBezTo>
                <a:cubicBezTo>
                  <a:pt x="1008599" y="1070674"/>
                  <a:pt x="933005" y="1020875"/>
                  <a:pt x="848689" y="1006647"/>
                </a:cubicBezTo>
                <a:cubicBezTo>
                  <a:pt x="819615" y="1003089"/>
                  <a:pt x="802169" y="985305"/>
                  <a:pt x="805077" y="949734"/>
                </a:cubicBezTo>
                <a:cubicBezTo>
                  <a:pt x="810892" y="903491"/>
                  <a:pt x="839967" y="917720"/>
                  <a:pt x="863226" y="921277"/>
                </a:cubicBezTo>
                <a:cubicBezTo>
                  <a:pt x="877764" y="924835"/>
                  <a:pt x="892301" y="935506"/>
                  <a:pt x="906838" y="910606"/>
                </a:cubicBezTo>
                <a:cubicBezTo>
                  <a:pt x="566666" y="658055"/>
                  <a:pt x="386404" y="672284"/>
                  <a:pt x="5527" y="465975"/>
                </a:cubicBezTo>
                <a:cubicBezTo>
                  <a:pt x="89843" y="426847"/>
                  <a:pt x="150900" y="455303"/>
                  <a:pt x="209049" y="462417"/>
                </a:cubicBezTo>
                <a:cubicBezTo>
                  <a:pt x="354422" y="480203"/>
                  <a:pt x="264290" y="512216"/>
                  <a:pt x="409664" y="533558"/>
                </a:cubicBezTo>
                <a:cubicBezTo>
                  <a:pt x="479443" y="544229"/>
                  <a:pt x="543407" y="579800"/>
                  <a:pt x="621908" y="522887"/>
                </a:cubicBezTo>
                <a:cubicBezTo>
                  <a:pt x="674242" y="483759"/>
                  <a:pt x="758558" y="526444"/>
                  <a:pt x="822522" y="558458"/>
                </a:cubicBezTo>
                <a:cubicBezTo>
                  <a:pt x="874856" y="586915"/>
                  <a:pt x="927190" y="594028"/>
                  <a:pt x="996969" y="558458"/>
                </a:cubicBezTo>
                <a:cubicBezTo>
                  <a:pt x="933005" y="537116"/>
                  <a:pt x="883579" y="519330"/>
                  <a:pt x="834151" y="505101"/>
                </a:cubicBezTo>
                <a:cubicBezTo>
                  <a:pt x="793447" y="494431"/>
                  <a:pt x="770187" y="469532"/>
                  <a:pt x="773095" y="416176"/>
                </a:cubicBezTo>
                <a:cubicBezTo>
                  <a:pt x="773095" y="387720"/>
                  <a:pt x="764373" y="348592"/>
                  <a:pt x="793447" y="334364"/>
                </a:cubicBezTo>
                <a:cubicBezTo>
                  <a:pt x="816707" y="320135"/>
                  <a:pt x="848689" y="334364"/>
                  <a:pt x="860319" y="359262"/>
                </a:cubicBezTo>
                <a:cubicBezTo>
                  <a:pt x="874856" y="405504"/>
                  <a:pt x="889393" y="448189"/>
                  <a:pt x="938820" y="451747"/>
                </a:cubicBezTo>
                <a:cubicBezTo>
                  <a:pt x="1005692" y="458860"/>
                  <a:pt x="967894" y="430405"/>
                  <a:pt x="956265" y="394834"/>
                </a:cubicBezTo>
                <a:cubicBezTo>
                  <a:pt x="944635" y="355706"/>
                  <a:pt x="979525" y="345034"/>
                  <a:pt x="1002784" y="352148"/>
                </a:cubicBezTo>
                <a:cubicBezTo>
                  <a:pt x="1090008" y="384162"/>
                  <a:pt x="1180139" y="327250"/>
                  <a:pt x="1270270" y="373491"/>
                </a:cubicBezTo>
                <a:cubicBezTo>
                  <a:pt x="1247011" y="259665"/>
                  <a:pt x="1197583" y="209867"/>
                  <a:pt x="1092915" y="192082"/>
                </a:cubicBezTo>
                <a:cubicBezTo>
                  <a:pt x="1055118" y="188525"/>
                  <a:pt x="1014414" y="195638"/>
                  <a:pt x="979525" y="163625"/>
                </a:cubicBezTo>
                <a:cubicBezTo>
                  <a:pt x="959172" y="145839"/>
                  <a:pt x="938820" y="124497"/>
                  <a:pt x="953358" y="88927"/>
                </a:cubicBezTo>
                <a:cubicBezTo>
                  <a:pt x="962080" y="64027"/>
                  <a:pt x="985339" y="64027"/>
                  <a:pt x="1005692" y="71141"/>
                </a:cubicBezTo>
                <a:cubicBezTo>
                  <a:pt x="1090008" y="110269"/>
                  <a:pt x="1180139" y="120941"/>
                  <a:pt x="1267362" y="135168"/>
                </a:cubicBezTo>
                <a:cubicBezTo>
                  <a:pt x="1281900" y="138725"/>
                  <a:pt x="1296437" y="145839"/>
                  <a:pt x="1310975" y="110269"/>
                </a:cubicBezTo>
                <a:cubicBezTo>
                  <a:pt x="1209214" y="78255"/>
                  <a:pt x="1110360" y="35571"/>
                  <a:pt x="1008599" y="0"/>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p:cNvSpPr>
            <a:spLocks noGrp="1"/>
          </p:cNvSpPr>
          <p:nvPr>
            <p:ph type="title"/>
          </p:nvPr>
        </p:nvSpPr>
        <p:spPr>
          <a:xfrm>
            <a:off x="679113" y="1065749"/>
            <a:ext cx="2811607" cy="4726502"/>
          </a:xfrm>
        </p:spPr>
        <p:txBody>
          <a:bodyPr>
            <a:normAutofit/>
          </a:bodyPr>
          <a:lstStyle/>
          <a:p>
            <a:r>
              <a:t>Sample Code - Login Form</a:t>
            </a:r>
          </a:p>
        </p:txBody>
      </p:sp>
      <p:sp>
        <p:nvSpPr>
          <p:cNvPr id="3" name="Content Placeholder 2"/>
          <p:cNvSpPr>
            <a:spLocks noGrp="1"/>
          </p:cNvSpPr>
          <p:nvPr>
            <p:ph idx="1"/>
          </p:nvPr>
        </p:nvSpPr>
        <p:spPr>
          <a:xfrm>
            <a:off x="4800600" y="713313"/>
            <a:ext cx="3714750" cy="5431376"/>
          </a:xfrm>
        </p:spPr>
        <p:txBody>
          <a:bodyPr anchor="ctr">
            <a:normAutofit fontScale="32500" lnSpcReduction="20000"/>
          </a:bodyPr>
          <a:lstStyle/>
          <a:p>
            <a:pPr marL="0" indent="0">
              <a:buNone/>
            </a:pPr>
            <a:r>
              <a:rPr lang="en-IN" dirty="0"/>
              <a:t>&lt;form method="POST"&gt;</a:t>
            </a:r>
          </a:p>
          <a:p>
            <a:pPr marL="0" indent="0">
              <a:buNone/>
            </a:pPr>
            <a:r>
              <a:rPr lang="en-IN" dirty="0"/>
              <a:t>{% </a:t>
            </a:r>
            <a:r>
              <a:rPr lang="en-IN" dirty="0" err="1"/>
              <a:t>csrf_token</a:t>
            </a:r>
            <a:r>
              <a:rPr lang="en-IN" dirty="0"/>
              <a:t> %}</a:t>
            </a:r>
          </a:p>
          <a:p>
            <a:pPr marL="0" indent="0">
              <a:buNone/>
            </a:pPr>
            <a:r>
              <a:rPr lang="en-IN" dirty="0"/>
              <a:t>&lt;!-- Username --&gt;</a:t>
            </a:r>
          </a:p>
          <a:p>
            <a:pPr marL="0" indent="0">
              <a:buNone/>
            </a:pPr>
            <a:r>
              <a:rPr lang="en-IN" dirty="0"/>
              <a:t>&lt;div class="mb-3"&gt;</a:t>
            </a:r>
          </a:p>
          <a:p>
            <a:pPr marL="0" indent="0">
              <a:buNone/>
            </a:pPr>
            <a:r>
              <a:rPr lang="en-IN" dirty="0"/>
              <a:t>&lt;label for="username" class="form-label"&gt;Username&lt;/label&gt;</a:t>
            </a:r>
          </a:p>
          <a:p>
            <a:pPr marL="0" indent="0">
              <a:buNone/>
            </a:pPr>
            <a:r>
              <a:rPr lang="en-IN" dirty="0"/>
              <a:t>&lt;input type="text" class="form-control" name="username" id="username" placeholder="Enter your username" required&gt;</a:t>
            </a:r>
          </a:p>
          <a:p>
            <a:pPr marL="0" indent="0">
              <a:buNone/>
            </a:pPr>
            <a:r>
              <a:rPr lang="en-IN" dirty="0"/>
              <a:t>&lt;/div&gt;</a:t>
            </a:r>
          </a:p>
          <a:p>
            <a:pPr marL="0" indent="0">
              <a:buNone/>
            </a:pPr>
            <a:br>
              <a:rPr lang="en-IN" dirty="0"/>
            </a:br>
            <a:r>
              <a:rPr lang="en-IN" dirty="0"/>
              <a:t>&lt;!-- Password --&gt;</a:t>
            </a:r>
          </a:p>
          <a:p>
            <a:pPr marL="0" indent="0">
              <a:buNone/>
            </a:pPr>
            <a:r>
              <a:rPr lang="en-IN" dirty="0"/>
              <a:t>&lt;div class="mb-3"&gt;</a:t>
            </a:r>
          </a:p>
          <a:p>
            <a:pPr marL="0" indent="0">
              <a:buNone/>
            </a:pPr>
            <a:r>
              <a:rPr lang="en-IN" dirty="0"/>
              <a:t>&lt;label for="password" class="form-label"&gt;Password&lt;/label&gt;</a:t>
            </a:r>
          </a:p>
          <a:p>
            <a:pPr marL="0" indent="0">
              <a:buNone/>
            </a:pPr>
            <a:r>
              <a:rPr lang="en-IN" dirty="0"/>
              <a:t>&lt;div class="input-group"&gt;</a:t>
            </a:r>
          </a:p>
          <a:p>
            <a:pPr marL="0" indent="0">
              <a:buNone/>
            </a:pPr>
            <a:r>
              <a:rPr lang="en-IN" dirty="0"/>
              <a:t>&lt;input type="password" name="password" class="form-control" id="password" placeholder="Enter password" required&gt;</a:t>
            </a:r>
          </a:p>
          <a:p>
            <a:pPr marL="0" indent="0">
              <a:buNone/>
            </a:pPr>
            <a:r>
              <a:rPr lang="en-IN" dirty="0"/>
              <a:t>&lt;span class="password-toggle" onclick="</a:t>
            </a:r>
            <a:r>
              <a:rPr lang="en-IN" dirty="0" err="1"/>
              <a:t>togglePassword</a:t>
            </a:r>
            <a:r>
              <a:rPr lang="en-IN" dirty="0"/>
              <a:t>('password')"&gt;</a:t>
            </a:r>
          </a:p>
          <a:p>
            <a:pPr marL="0" indent="0">
              <a:buNone/>
            </a:pPr>
            <a:r>
              <a:rPr lang="en-IN" dirty="0"/>
              <a:t>&lt;</a:t>
            </a:r>
            <a:r>
              <a:rPr lang="en-IN" dirty="0" err="1"/>
              <a:t>i</a:t>
            </a:r>
            <a:r>
              <a:rPr lang="en-IN" dirty="0"/>
              <a:t> class="</a:t>
            </a:r>
            <a:r>
              <a:rPr lang="en-IN" dirty="0" err="1"/>
              <a:t>fas</a:t>
            </a:r>
            <a:r>
              <a:rPr lang="en-IN" dirty="0"/>
              <a:t> fa-eye"&gt;&lt;/</a:t>
            </a:r>
            <a:r>
              <a:rPr lang="en-IN" dirty="0" err="1"/>
              <a:t>i</a:t>
            </a:r>
            <a:r>
              <a:rPr lang="en-IN" dirty="0"/>
              <a:t>&gt;</a:t>
            </a:r>
          </a:p>
          <a:p>
            <a:pPr marL="0" indent="0">
              <a:buNone/>
            </a:pPr>
            <a:r>
              <a:rPr lang="en-IN" dirty="0"/>
              <a:t>&lt;/span&gt;</a:t>
            </a:r>
          </a:p>
          <a:p>
            <a:pPr marL="0" indent="0">
              <a:buNone/>
            </a:pPr>
            <a:r>
              <a:rPr lang="en-IN" dirty="0"/>
              <a:t>&lt;/div&gt;</a:t>
            </a:r>
          </a:p>
          <a:p>
            <a:pPr marL="0" indent="0">
              <a:buNone/>
            </a:pPr>
            <a:r>
              <a:rPr lang="en-IN" dirty="0"/>
              <a:t>&lt;/div&gt;</a:t>
            </a:r>
          </a:p>
          <a:p>
            <a:pPr marL="0" indent="0">
              <a:buNone/>
            </a:pPr>
            <a:br>
              <a:rPr lang="en-IN" dirty="0"/>
            </a:br>
            <a:r>
              <a:rPr lang="en-IN" dirty="0"/>
              <a:t>&lt;!-- Submit Button --&gt;</a:t>
            </a:r>
          </a:p>
          <a:p>
            <a:pPr marL="0" indent="0">
              <a:buNone/>
            </a:pPr>
            <a:r>
              <a:rPr lang="en-IN" dirty="0"/>
              <a:t>&lt;div class="d-grid"&gt;</a:t>
            </a:r>
          </a:p>
          <a:p>
            <a:pPr marL="0" indent="0">
              <a:buNone/>
            </a:pPr>
            <a:r>
              <a:rPr lang="en-IN" dirty="0"/>
              <a:t>&lt;button type="submit" class="</a:t>
            </a:r>
            <a:r>
              <a:rPr lang="en-IN" dirty="0" err="1"/>
              <a:t>btn</a:t>
            </a:r>
            <a:r>
              <a:rPr lang="en-IN" dirty="0"/>
              <a:t> </a:t>
            </a:r>
            <a:r>
              <a:rPr lang="en-IN" dirty="0" err="1"/>
              <a:t>btn</a:t>
            </a:r>
            <a:r>
              <a:rPr lang="en-IN" dirty="0"/>
              <a:t>-primary"&gt;Login&lt;/button&gt;</a:t>
            </a:r>
          </a:p>
          <a:p>
            <a:pPr marL="0" indent="0">
              <a:buNone/>
            </a:pPr>
            <a:r>
              <a:rPr lang="en-IN" dirty="0"/>
              <a:t>&lt;/div&gt;</a:t>
            </a:r>
          </a:p>
          <a:p>
            <a:pPr marL="0" indent="0">
              <a:buNone/>
            </a:pPr>
            <a:br>
              <a:rPr lang="en-IN" dirty="0"/>
            </a:br>
            <a:r>
              <a:rPr lang="en-IN" dirty="0"/>
              <a:t>&lt;!-- Link to Register --&gt;</a:t>
            </a:r>
          </a:p>
          <a:p>
            <a:pPr marL="0" indent="0">
              <a:buNone/>
            </a:pPr>
            <a:r>
              <a:rPr lang="en-IN" dirty="0"/>
              <a:t>&lt;p class="text-</a:t>
            </a:r>
            <a:r>
              <a:rPr lang="en-IN" dirty="0" err="1"/>
              <a:t>center</a:t>
            </a:r>
            <a:r>
              <a:rPr lang="en-IN" dirty="0"/>
              <a:t> mt-3"&gt;</a:t>
            </a:r>
          </a:p>
          <a:p>
            <a:pPr marL="0" indent="0">
              <a:buNone/>
            </a:pPr>
            <a:r>
              <a:rPr lang="en-IN" dirty="0"/>
              <a:t>Don’t have an account? &lt;a </a:t>
            </a:r>
            <a:r>
              <a:rPr lang="en-IN" dirty="0" err="1"/>
              <a:t>href</a:t>
            </a:r>
            <a:r>
              <a:rPr lang="en-IN" dirty="0"/>
              <a:t>="{% </a:t>
            </a:r>
            <a:r>
              <a:rPr lang="en-IN" dirty="0" err="1"/>
              <a:t>url</a:t>
            </a:r>
            <a:r>
              <a:rPr lang="en-IN" dirty="0"/>
              <a:t> '</a:t>
            </a:r>
            <a:r>
              <a:rPr lang="en-IN" dirty="0" err="1"/>
              <a:t>coordinator:userregister</a:t>
            </a:r>
            <a:r>
              <a:rPr lang="en-IN" dirty="0"/>
              <a:t>' %}" style="</a:t>
            </a:r>
            <a:r>
              <a:rPr lang="en-IN" dirty="0" err="1"/>
              <a:t>color</a:t>
            </a:r>
            <a:r>
              <a:rPr lang="en-IN" dirty="0"/>
              <a:t>: #6a11cb; text-decoration: none;"&gt; Register&lt;/a&gt;</a:t>
            </a:r>
          </a:p>
          <a:p>
            <a:pPr marL="0" indent="0">
              <a:buNone/>
            </a:pPr>
            <a:r>
              <a:rPr lang="en-IN" dirty="0"/>
              <a:t>&lt;/p&gt;</a:t>
            </a:r>
          </a:p>
          <a:p>
            <a:pPr marL="0" indent="0">
              <a:buNone/>
            </a:pPr>
            <a:r>
              <a:rPr lang="en-IN" dirty="0"/>
              <a:t>&lt;/form&gt;</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0339EE9-5436-4860-BBFC-7CD7C90D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A770EBD-5B77-46EC-BF58-EF27ACD6B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1" y="0"/>
            <a:ext cx="5653279" cy="6858000"/>
          </a:xfrm>
          <a:custGeom>
            <a:avLst/>
            <a:gdLst>
              <a:gd name="connsiteX0" fmla="*/ 1008599 w 7299977"/>
              <a:gd name="connsiteY0" fmla="*/ 0 h 6858000"/>
              <a:gd name="connsiteX1" fmla="*/ 4420653 w 7299977"/>
              <a:gd name="connsiteY1" fmla="*/ 0 h 6858000"/>
              <a:gd name="connsiteX2" fmla="*/ 5511704 w 7299977"/>
              <a:gd name="connsiteY2" fmla="*/ 0 h 6858000"/>
              <a:gd name="connsiteX3" fmla="*/ 7299977 w 7299977"/>
              <a:gd name="connsiteY3" fmla="*/ 0 h 6858000"/>
              <a:gd name="connsiteX4" fmla="*/ 7299977 w 7299977"/>
              <a:gd name="connsiteY4" fmla="*/ 6858000 h 6858000"/>
              <a:gd name="connsiteX5" fmla="*/ 5511704 w 7299977"/>
              <a:gd name="connsiteY5" fmla="*/ 6858000 h 6858000"/>
              <a:gd name="connsiteX6" fmla="*/ 4420653 w 7299977"/>
              <a:gd name="connsiteY6" fmla="*/ 6858000 h 6858000"/>
              <a:gd name="connsiteX7" fmla="*/ 1592997 w 7299977"/>
              <a:gd name="connsiteY7" fmla="*/ 6858000 h 6858000"/>
              <a:gd name="connsiteX8" fmla="*/ 1232473 w 7299977"/>
              <a:gd name="connsiteY8" fmla="*/ 6658805 h 6858000"/>
              <a:gd name="connsiteX9" fmla="*/ 1075471 w 7299977"/>
              <a:gd name="connsiteY9" fmla="*/ 6431153 h 6858000"/>
              <a:gd name="connsiteX10" fmla="*/ 1020229 w 7299977"/>
              <a:gd name="connsiteY10" fmla="*/ 6367127 h 6858000"/>
              <a:gd name="connsiteX11" fmla="*/ 883579 w 7299977"/>
              <a:gd name="connsiteY11" fmla="*/ 6281757 h 6858000"/>
              <a:gd name="connsiteX12" fmla="*/ 645167 w 7299977"/>
              <a:gd name="connsiteY12" fmla="*/ 6100347 h 6858000"/>
              <a:gd name="connsiteX13" fmla="*/ 732391 w 7299977"/>
              <a:gd name="connsiteY13" fmla="*/ 6057663 h 6858000"/>
              <a:gd name="connsiteX14" fmla="*/ 985339 w 7299977"/>
              <a:gd name="connsiteY14" fmla="*/ 6167932 h 6858000"/>
              <a:gd name="connsiteX15" fmla="*/ 1168509 w 7299977"/>
              <a:gd name="connsiteY15" fmla="*/ 6196388 h 6858000"/>
              <a:gd name="connsiteX16" fmla="*/ 909746 w 7299977"/>
              <a:gd name="connsiteY16" fmla="*/ 6004307 h 6858000"/>
              <a:gd name="connsiteX17" fmla="*/ 659704 w 7299977"/>
              <a:gd name="connsiteY17" fmla="*/ 5755314 h 6858000"/>
              <a:gd name="connsiteX18" fmla="*/ 851597 w 7299977"/>
              <a:gd name="connsiteY18" fmla="*/ 5801555 h 6858000"/>
              <a:gd name="connsiteX19" fmla="*/ 860319 w 7299977"/>
              <a:gd name="connsiteY19" fmla="*/ 5769542 h 6858000"/>
              <a:gd name="connsiteX20" fmla="*/ 691686 w 7299977"/>
              <a:gd name="connsiteY20" fmla="*/ 5474306 h 6858000"/>
              <a:gd name="connsiteX21" fmla="*/ 610278 w 7299977"/>
              <a:gd name="connsiteY21" fmla="*/ 5353367 h 6858000"/>
              <a:gd name="connsiteX22" fmla="*/ 238123 w 7299977"/>
              <a:gd name="connsiteY22" fmla="*/ 4994104 h 6858000"/>
              <a:gd name="connsiteX23" fmla="*/ 592833 w 7299977"/>
              <a:gd name="connsiteY23" fmla="*/ 5154171 h 6858000"/>
              <a:gd name="connsiteX24" fmla="*/ 226494 w 7299977"/>
              <a:gd name="connsiteY24" fmla="*/ 4805580 h 6858000"/>
              <a:gd name="connsiteX25" fmla="*/ 49139 w 7299977"/>
              <a:gd name="connsiteY25" fmla="*/ 4677526 h 6858000"/>
              <a:gd name="connsiteX26" fmla="*/ 5527 w 7299977"/>
              <a:gd name="connsiteY26" fmla="*/ 4602828 h 6858000"/>
              <a:gd name="connsiteX27" fmla="*/ 84029 w 7299977"/>
              <a:gd name="connsiteY27" fmla="*/ 4585042 h 6858000"/>
              <a:gd name="connsiteX28" fmla="*/ 325347 w 7299977"/>
              <a:gd name="connsiteY28" fmla="*/ 4613499 h 6858000"/>
              <a:gd name="connsiteX29" fmla="*/ 25879 w 7299977"/>
              <a:gd name="connsiteY29" fmla="*/ 4378734 h 6858000"/>
              <a:gd name="connsiteX30" fmla="*/ 249753 w 7299977"/>
              <a:gd name="connsiteY30" fmla="*/ 4414305 h 6858000"/>
              <a:gd name="connsiteX31" fmla="*/ 313718 w 7299977"/>
              <a:gd name="connsiteY31" fmla="*/ 4321821 h 6858000"/>
              <a:gd name="connsiteX32" fmla="*/ 418386 w 7299977"/>
              <a:gd name="connsiteY32" fmla="*/ 4172424 h 6858000"/>
              <a:gd name="connsiteX33" fmla="*/ 491072 w 7299977"/>
              <a:gd name="connsiteY33" fmla="*/ 4090612 h 6858000"/>
              <a:gd name="connsiteX34" fmla="*/ 520147 w 7299977"/>
              <a:gd name="connsiteY34" fmla="*/ 3827390 h 6858000"/>
              <a:gd name="connsiteX35" fmla="*/ 459090 w 7299977"/>
              <a:gd name="connsiteY35" fmla="*/ 3539269 h 6858000"/>
              <a:gd name="connsiteX36" fmla="*/ 290458 w 7299977"/>
              <a:gd name="connsiteY36" fmla="*/ 3393429 h 6858000"/>
              <a:gd name="connsiteX37" fmla="*/ 339884 w 7299977"/>
              <a:gd name="connsiteY37" fmla="*/ 3229805 h 6858000"/>
              <a:gd name="connsiteX38" fmla="*/ 697501 w 7299977"/>
              <a:gd name="connsiteY38" fmla="*/ 3329402 h 6858000"/>
              <a:gd name="connsiteX39" fmla="*/ 165437 w 7299977"/>
              <a:gd name="connsiteY39" fmla="*/ 2941684 h 6858000"/>
              <a:gd name="connsiteX40" fmla="*/ 255568 w 7299977"/>
              <a:gd name="connsiteY40" fmla="*/ 2923898 h 6858000"/>
              <a:gd name="connsiteX41" fmla="*/ 578296 w 7299977"/>
              <a:gd name="connsiteY41" fmla="*/ 2703362 h 6858000"/>
              <a:gd name="connsiteX42" fmla="*/ 595740 w 7299977"/>
              <a:gd name="connsiteY42" fmla="*/ 2692689 h 6858000"/>
              <a:gd name="connsiteX43" fmla="*/ 650982 w 7299977"/>
              <a:gd name="connsiteY43" fmla="*/ 2553965 h 6858000"/>
              <a:gd name="connsiteX44" fmla="*/ 825429 w 7299977"/>
              <a:gd name="connsiteY44" fmla="*/ 2532623 h 6858000"/>
              <a:gd name="connsiteX45" fmla="*/ 970802 w 7299977"/>
              <a:gd name="connsiteY45" fmla="*/ 2564636 h 6858000"/>
              <a:gd name="connsiteX46" fmla="*/ 1127805 w 7299977"/>
              <a:gd name="connsiteY46" fmla="*/ 2525509 h 6858000"/>
              <a:gd name="connsiteX47" fmla="*/ 1267362 w 7299977"/>
              <a:gd name="connsiteY47" fmla="*/ 2543294 h 6858000"/>
              <a:gd name="connsiteX48" fmla="*/ 1386568 w 7299977"/>
              <a:gd name="connsiteY48" fmla="*/ 2518395 h 6858000"/>
              <a:gd name="connsiteX49" fmla="*/ 1270270 w 7299977"/>
              <a:gd name="connsiteY49" fmla="*/ 2401012 h 6858000"/>
              <a:gd name="connsiteX50" fmla="*/ 1107453 w 7299977"/>
              <a:gd name="connsiteY50" fmla="*/ 2401012 h 6858000"/>
              <a:gd name="connsiteX51" fmla="*/ 991154 w 7299977"/>
              <a:gd name="connsiteY51" fmla="*/ 2326314 h 6858000"/>
              <a:gd name="connsiteX52" fmla="*/ 880671 w 7299977"/>
              <a:gd name="connsiteY52" fmla="*/ 2191146 h 6858000"/>
              <a:gd name="connsiteX53" fmla="*/ 491072 w 7299977"/>
              <a:gd name="connsiteY53" fmla="*/ 1974165 h 6858000"/>
              <a:gd name="connsiteX54" fmla="*/ 421293 w 7299977"/>
              <a:gd name="connsiteY54" fmla="*/ 1892353 h 6858000"/>
              <a:gd name="connsiteX55" fmla="*/ 1531941 w 7299977"/>
              <a:gd name="connsiteY55" fmla="*/ 2208931 h 6858000"/>
              <a:gd name="connsiteX56" fmla="*/ 1188861 w 7299977"/>
              <a:gd name="connsiteY56" fmla="*/ 2077320 h 6858000"/>
              <a:gd name="connsiteX57" fmla="*/ 1421458 w 7299977"/>
              <a:gd name="connsiteY57" fmla="*/ 2102219 h 6858000"/>
              <a:gd name="connsiteX58" fmla="*/ 1549386 w 7299977"/>
              <a:gd name="connsiteY58" fmla="*/ 2013292 h 6858000"/>
              <a:gd name="connsiteX59" fmla="*/ 1549386 w 7299977"/>
              <a:gd name="connsiteY59" fmla="*/ 1984836 h 6858000"/>
              <a:gd name="connsiteX60" fmla="*/ 1453440 w 7299977"/>
              <a:gd name="connsiteY60" fmla="*/ 1903025 h 6858000"/>
              <a:gd name="connsiteX61" fmla="*/ 1398198 w 7299977"/>
              <a:gd name="connsiteY61" fmla="*/ 1849668 h 6858000"/>
              <a:gd name="connsiteX62" fmla="*/ 1247011 w 7299977"/>
              <a:gd name="connsiteY62" fmla="*/ 1657587 h 6858000"/>
              <a:gd name="connsiteX63" fmla="*/ 1354586 w 7299977"/>
              <a:gd name="connsiteY63" fmla="*/ 1636245 h 6858000"/>
              <a:gd name="connsiteX64" fmla="*/ 1395290 w 7299977"/>
              <a:gd name="connsiteY64" fmla="*/ 1597117 h 6858000"/>
              <a:gd name="connsiteX65" fmla="*/ 1366216 w 7299977"/>
              <a:gd name="connsiteY65" fmla="*/ 1540204 h 6858000"/>
              <a:gd name="connsiteX66" fmla="*/ 1031858 w 7299977"/>
              <a:gd name="connsiteY66" fmla="*/ 1365909 h 6858000"/>
              <a:gd name="connsiteX67" fmla="*/ 1005692 w 7299977"/>
              <a:gd name="connsiteY67" fmla="*/ 1230741 h 6858000"/>
              <a:gd name="connsiteX68" fmla="*/ 1069655 w 7299977"/>
              <a:gd name="connsiteY68" fmla="*/ 1209399 h 6858000"/>
              <a:gd name="connsiteX69" fmla="*/ 1142342 w 7299977"/>
              <a:gd name="connsiteY69" fmla="*/ 1220069 h 6858000"/>
              <a:gd name="connsiteX70" fmla="*/ 1084193 w 7299977"/>
              <a:gd name="connsiteY70" fmla="*/ 1113358 h 6858000"/>
              <a:gd name="connsiteX71" fmla="*/ 848689 w 7299977"/>
              <a:gd name="connsiteY71" fmla="*/ 1006647 h 6858000"/>
              <a:gd name="connsiteX72" fmla="*/ 805077 w 7299977"/>
              <a:gd name="connsiteY72" fmla="*/ 949734 h 6858000"/>
              <a:gd name="connsiteX73" fmla="*/ 863226 w 7299977"/>
              <a:gd name="connsiteY73" fmla="*/ 921277 h 6858000"/>
              <a:gd name="connsiteX74" fmla="*/ 906838 w 7299977"/>
              <a:gd name="connsiteY74" fmla="*/ 910606 h 6858000"/>
              <a:gd name="connsiteX75" fmla="*/ 5527 w 7299977"/>
              <a:gd name="connsiteY75" fmla="*/ 465975 h 6858000"/>
              <a:gd name="connsiteX76" fmla="*/ 209049 w 7299977"/>
              <a:gd name="connsiteY76" fmla="*/ 462417 h 6858000"/>
              <a:gd name="connsiteX77" fmla="*/ 409664 w 7299977"/>
              <a:gd name="connsiteY77" fmla="*/ 533558 h 6858000"/>
              <a:gd name="connsiteX78" fmla="*/ 621908 w 7299977"/>
              <a:gd name="connsiteY78" fmla="*/ 522887 h 6858000"/>
              <a:gd name="connsiteX79" fmla="*/ 822522 w 7299977"/>
              <a:gd name="connsiteY79" fmla="*/ 558458 h 6858000"/>
              <a:gd name="connsiteX80" fmla="*/ 996969 w 7299977"/>
              <a:gd name="connsiteY80" fmla="*/ 558458 h 6858000"/>
              <a:gd name="connsiteX81" fmla="*/ 834151 w 7299977"/>
              <a:gd name="connsiteY81" fmla="*/ 505101 h 6858000"/>
              <a:gd name="connsiteX82" fmla="*/ 773095 w 7299977"/>
              <a:gd name="connsiteY82" fmla="*/ 416176 h 6858000"/>
              <a:gd name="connsiteX83" fmla="*/ 793447 w 7299977"/>
              <a:gd name="connsiteY83" fmla="*/ 334364 h 6858000"/>
              <a:gd name="connsiteX84" fmla="*/ 860319 w 7299977"/>
              <a:gd name="connsiteY84" fmla="*/ 359262 h 6858000"/>
              <a:gd name="connsiteX85" fmla="*/ 938820 w 7299977"/>
              <a:gd name="connsiteY85" fmla="*/ 451747 h 6858000"/>
              <a:gd name="connsiteX86" fmla="*/ 956265 w 7299977"/>
              <a:gd name="connsiteY86" fmla="*/ 394834 h 6858000"/>
              <a:gd name="connsiteX87" fmla="*/ 1002784 w 7299977"/>
              <a:gd name="connsiteY87" fmla="*/ 352148 h 6858000"/>
              <a:gd name="connsiteX88" fmla="*/ 1270270 w 7299977"/>
              <a:gd name="connsiteY88" fmla="*/ 373491 h 6858000"/>
              <a:gd name="connsiteX89" fmla="*/ 1092915 w 7299977"/>
              <a:gd name="connsiteY89" fmla="*/ 192082 h 6858000"/>
              <a:gd name="connsiteX90" fmla="*/ 979525 w 7299977"/>
              <a:gd name="connsiteY90" fmla="*/ 163625 h 6858000"/>
              <a:gd name="connsiteX91" fmla="*/ 953358 w 7299977"/>
              <a:gd name="connsiteY91" fmla="*/ 88927 h 6858000"/>
              <a:gd name="connsiteX92" fmla="*/ 1005692 w 7299977"/>
              <a:gd name="connsiteY92" fmla="*/ 71141 h 6858000"/>
              <a:gd name="connsiteX93" fmla="*/ 1267362 w 7299977"/>
              <a:gd name="connsiteY93" fmla="*/ 135168 h 6858000"/>
              <a:gd name="connsiteX94" fmla="*/ 1310975 w 7299977"/>
              <a:gd name="connsiteY94" fmla="*/ 110269 h 6858000"/>
              <a:gd name="connsiteX95" fmla="*/ 1008599 w 7299977"/>
              <a:gd name="connsiteY9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7299977" h="6858000">
                <a:moveTo>
                  <a:pt x="1008599" y="0"/>
                </a:moveTo>
                <a:lnTo>
                  <a:pt x="4420653" y="0"/>
                </a:lnTo>
                <a:lnTo>
                  <a:pt x="5511704" y="0"/>
                </a:lnTo>
                <a:lnTo>
                  <a:pt x="7299977" y="0"/>
                </a:lnTo>
                <a:lnTo>
                  <a:pt x="7299977" y="6858000"/>
                </a:lnTo>
                <a:lnTo>
                  <a:pt x="5511704" y="6858000"/>
                </a:lnTo>
                <a:lnTo>
                  <a:pt x="4420653" y="6858000"/>
                </a:lnTo>
                <a:lnTo>
                  <a:pt x="1592997" y="6858000"/>
                </a:lnTo>
                <a:cubicBezTo>
                  <a:pt x="1473792" y="6786859"/>
                  <a:pt x="1360401" y="6701489"/>
                  <a:pt x="1232473" y="6658805"/>
                </a:cubicBezTo>
                <a:cubicBezTo>
                  <a:pt x="1145250" y="6630349"/>
                  <a:pt x="1060933" y="6580550"/>
                  <a:pt x="1075471" y="6431153"/>
                </a:cubicBezTo>
                <a:cubicBezTo>
                  <a:pt x="1078378" y="6388469"/>
                  <a:pt x="1055118" y="6356456"/>
                  <a:pt x="1020229" y="6367127"/>
                </a:cubicBezTo>
                <a:cubicBezTo>
                  <a:pt x="953358" y="6388469"/>
                  <a:pt x="921375" y="6327999"/>
                  <a:pt x="883579" y="6281757"/>
                </a:cubicBezTo>
                <a:cubicBezTo>
                  <a:pt x="816707" y="6199945"/>
                  <a:pt x="752743" y="6114575"/>
                  <a:pt x="645167" y="6100347"/>
                </a:cubicBezTo>
                <a:cubicBezTo>
                  <a:pt x="665519" y="6036320"/>
                  <a:pt x="700408" y="6043434"/>
                  <a:pt x="732391" y="6057663"/>
                </a:cubicBezTo>
                <a:cubicBezTo>
                  <a:pt x="816707" y="6093234"/>
                  <a:pt x="901023" y="6132361"/>
                  <a:pt x="985339" y="6167932"/>
                </a:cubicBezTo>
                <a:cubicBezTo>
                  <a:pt x="1040581" y="6189274"/>
                  <a:pt x="1095822" y="6221287"/>
                  <a:pt x="1168509" y="6196388"/>
                </a:cubicBezTo>
                <a:cubicBezTo>
                  <a:pt x="1104545" y="6068335"/>
                  <a:pt x="996969" y="6043434"/>
                  <a:pt x="909746" y="6004307"/>
                </a:cubicBezTo>
                <a:cubicBezTo>
                  <a:pt x="802169" y="5954508"/>
                  <a:pt x="738206" y="5862025"/>
                  <a:pt x="659704" y="5755314"/>
                </a:cubicBezTo>
                <a:cubicBezTo>
                  <a:pt x="738206" y="5726858"/>
                  <a:pt x="787632" y="5805112"/>
                  <a:pt x="851597" y="5801555"/>
                </a:cubicBezTo>
                <a:cubicBezTo>
                  <a:pt x="854504" y="5790884"/>
                  <a:pt x="860319" y="5769542"/>
                  <a:pt x="860319" y="5769542"/>
                </a:cubicBezTo>
                <a:cubicBezTo>
                  <a:pt x="755650" y="5712629"/>
                  <a:pt x="709132" y="5605917"/>
                  <a:pt x="691686" y="5474306"/>
                </a:cubicBezTo>
                <a:cubicBezTo>
                  <a:pt x="685872" y="5406721"/>
                  <a:pt x="648075" y="5385379"/>
                  <a:pt x="610278" y="5353367"/>
                </a:cubicBezTo>
                <a:cubicBezTo>
                  <a:pt x="482350" y="5243097"/>
                  <a:pt x="345700" y="5143500"/>
                  <a:pt x="238123" y="4994104"/>
                </a:cubicBezTo>
                <a:cubicBezTo>
                  <a:pt x="363144" y="5011889"/>
                  <a:pt x="461997" y="5111487"/>
                  <a:pt x="592833" y="5154171"/>
                </a:cubicBezTo>
                <a:cubicBezTo>
                  <a:pt x="488165" y="4990547"/>
                  <a:pt x="351514" y="4905177"/>
                  <a:pt x="226494" y="4805580"/>
                </a:cubicBezTo>
                <a:cubicBezTo>
                  <a:pt x="168344" y="4759339"/>
                  <a:pt x="116011" y="4702425"/>
                  <a:pt x="49139" y="4677526"/>
                </a:cubicBezTo>
                <a:cubicBezTo>
                  <a:pt x="25879" y="4670412"/>
                  <a:pt x="-14826" y="4652628"/>
                  <a:pt x="5527" y="4602828"/>
                </a:cubicBezTo>
                <a:cubicBezTo>
                  <a:pt x="22972" y="4560144"/>
                  <a:pt x="54954" y="4574373"/>
                  <a:pt x="84029" y="4585042"/>
                </a:cubicBezTo>
                <a:cubicBezTo>
                  <a:pt x="153807" y="4613499"/>
                  <a:pt x="229401" y="4613499"/>
                  <a:pt x="325347" y="4613499"/>
                </a:cubicBezTo>
                <a:cubicBezTo>
                  <a:pt x="243939" y="4478331"/>
                  <a:pt x="95658" y="4521016"/>
                  <a:pt x="25879" y="4378734"/>
                </a:cubicBezTo>
                <a:cubicBezTo>
                  <a:pt x="113103" y="4353835"/>
                  <a:pt x="179975" y="4403633"/>
                  <a:pt x="249753" y="4414305"/>
                </a:cubicBezTo>
                <a:cubicBezTo>
                  <a:pt x="313718" y="4424975"/>
                  <a:pt x="328254" y="4400076"/>
                  <a:pt x="313718" y="4321821"/>
                </a:cubicBezTo>
                <a:cubicBezTo>
                  <a:pt x="290458" y="4200882"/>
                  <a:pt x="325347" y="4140411"/>
                  <a:pt x="418386" y="4172424"/>
                </a:cubicBezTo>
                <a:cubicBezTo>
                  <a:pt x="505609" y="4204438"/>
                  <a:pt x="514332" y="4158196"/>
                  <a:pt x="491072" y="4090612"/>
                </a:cubicBezTo>
                <a:cubicBezTo>
                  <a:pt x="456183" y="3991015"/>
                  <a:pt x="493979" y="3912759"/>
                  <a:pt x="520147" y="3827390"/>
                </a:cubicBezTo>
                <a:cubicBezTo>
                  <a:pt x="560851" y="3699337"/>
                  <a:pt x="543407" y="3635309"/>
                  <a:pt x="459090" y="3539269"/>
                </a:cubicBezTo>
                <a:cubicBezTo>
                  <a:pt x="409664" y="3485914"/>
                  <a:pt x="360236" y="3439672"/>
                  <a:pt x="290458" y="3393429"/>
                </a:cubicBezTo>
                <a:cubicBezTo>
                  <a:pt x="450368" y="3368530"/>
                  <a:pt x="284643" y="3283162"/>
                  <a:pt x="339884" y="3229805"/>
                </a:cubicBezTo>
                <a:cubicBezTo>
                  <a:pt x="453275" y="3208463"/>
                  <a:pt x="543407" y="3379202"/>
                  <a:pt x="697501" y="3329402"/>
                </a:cubicBezTo>
                <a:cubicBezTo>
                  <a:pt x="511425" y="3183563"/>
                  <a:pt x="302087" y="3137322"/>
                  <a:pt x="165437" y="2941684"/>
                </a:cubicBezTo>
                <a:cubicBezTo>
                  <a:pt x="197419" y="2899000"/>
                  <a:pt x="229401" y="2941684"/>
                  <a:pt x="255568" y="2923898"/>
                </a:cubicBezTo>
                <a:cubicBezTo>
                  <a:pt x="255568" y="2913227"/>
                  <a:pt x="560851" y="2980812"/>
                  <a:pt x="578296" y="2703362"/>
                </a:cubicBezTo>
                <a:cubicBezTo>
                  <a:pt x="584111" y="2703362"/>
                  <a:pt x="589926" y="2703362"/>
                  <a:pt x="595740" y="2692689"/>
                </a:cubicBezTo>
                <a:cubicBezTo>
                  <a:pt x="627722" y="2653563"/>
                  <a:pt x="598648" y="2561080"/>
                  <a:pt x="650982" y="2553965"/>
                </a:cubicBezTo>
                <a:cubicBezTo>
                  <a:pt x="709132" y="2546851"/>
                  <a:pt x="764373" y="2514837"/>
                  <a:pt x="825429" y="2532623"/>
                </a:cubicBezTo>
                <a:cubicBezTo>
                  <a:pt x="871949" y="2546851"/>
                  <a:pt x="921375" y="2564636"/>
                  <a:pt x="970802" y="2564636"/>
                </a:cubicBezTo>
                <a:cubicBezTo>
                  <a:pt x="1023136" y="2564636"/>
                  <a:pt x="1095822" y="2685576"/>
                  <a:pt x="1127805" y="2525509"/>
                </a:cubicBezTo>
                <a:cubicBezTo>
                  <a:pt x="1127805" y="2518395"/>
                  <a:pt x="1217936" y="2536181"/>
                  <a:pt x="1267362" y="2543294"/>
                </a:cubicBezTo>
                <a:cubicBezTo>
                  <a:pt x="1308067" y="2550408"/>
                  <a:pt x="1357494" y="2582422"/>
                  <a:pt x="1386568" y="2518395"/>
                </a:cubicBezTo>
                <a:cubicBezTo>
                  <a:pt x="1401105" y="2479267"/>
                  <a:pt x="1331326" y="2408126"/>
                  <a:pt x="1270270" y="2401012"/>
                </a:cubicBezTo>
                <a:cubicBezTo>
                  <a:pt x="1215029" y="2393898"/>
                  <a:pt x="1159787" y="2386784"/>
                  <a:pt x="1107453" y="2401012"/>
                </a:cubicBezTo>
                <a:cubicBezTo>
                  <a:pt x="1043489" y="2418796"/>
                  <a:pt x="1008599" y="2390340"/>
                  <a:pt x="991154" y="2326314"/>
                </a:cubicBezTo>
                <a:cubicBezTo>
                  <a:pt x="970802" y="2258731"/>
                  <a:pt x="933005" y="2223159"/>
                  <a:pt x="880671" y="2191146"/>
                </a:cubicBezTo>
                <a:cubicBezTo>
                  <a:pt x="752743" y="2112891"/>
                  <a:pt x="630630" y="2020407"/>
                  <a:pt x="491072" y="1974165"/>
                </a:cubicBezTo>
                <a:cubicBezTo>
                  <a:pt x="464905" y="1967051"/>
                  <a:pt x="432923" y="1952823"/>
                  <a:pt x="421293" y="1892353"/>
                </a:cubicBezTo>
                <a:cubicBezTo>
                  <a:pt x="799262" y="1984836"/>
                  <a:pt x="1142342" y="2223159"/>
                  <a:pt x="1531941" y="2208931"/>
                </a:cubicBezTo>
                <a:cubicBezTo>
                  <a:pt x="1427272" y="2134233"/>
                  <a:pt x="1302252" y="2130676"/>
                  <a:pt x="1188861" y="2077320"/>
                </a:cubicBezTo>
                <a:cubicBezTo>
                  <a:pt x="1270270" y="2038192"/>
                  <a:pt x="1345864" y="2080877"/>
                  <a:pt x="1421458" y="2102219"/>
                </a:cubicBezTo>
                <a:cubicBezTo>
                  <a:pt x="1485422" y="2120004"/>
                  <a:pt x="1543571" y="2123562"/>
                  <a:pt x="1549386" y="2013292"/>
                </a:cubicBezTo>
                <a:cubicBezTo>
                  <a:pt x="1549386" y="2002622"/>
                  <a:pt x="1549386" y="1995507"/>
                  <a:pt x="1549386" y="1984836"/>
                </a:cubicBezTo>
                <a:cubicBezTo>
                  <a:pt x="1526126" y="1938595"/>
                  <a:pt x="1494144" y="1917252"/>
                  <a:pt x="1453440" y="1903025"/>
                </a:cubicBezTo>
                <a:cubicBezTo>
                  <a:pt x="1430180" y="1895910"/>
                  <a:pt x="1398198" y="1881683"/>
                  <a:pt x="1398198" y="1849668"/>
                </a:cubicBezTo>
                <a:cubicBezTo>
                  <a:pt x="1401105" y="1728729"/>
                  <a:pt x="1322604" y="1693158"/>
                  <a:pt x="1247011" y="1657587"/>
                </a:cubicBezTo>
                <a:cubicBezTo>
                  <a:pt x="1287715" y="1597117"/>
                  <a:pt x="1322604" y="1639802"/>
                  <a:pt x="1354586" y="1636245"/>
                </a:cubicBezTo>
                <a:cubicBezTo>
                  <a:pt x="1374939" y="1632688"/>
                  <a:pt x="1395290" y="1629132"/>
                  <a:pt x="1395290" y="1597117"/>
                </a:cubicBezTo>
                <a:cubicBezTo>
                  <a:pt x="1395290" y="1572219"/>
                  <a:pt x="1386568" y="1540204"/>
                  <a:pt x="1366216" y="1540204"/>
                </a:cubicBezTo>
                <a:cubicBezTo>
                  <a:pt x="1238288" y="1536647"/>
                  <a:pt x="1165601" y="1365909"/>
                  <a:pt x="1031858" y="1365909"/>
                </a:cubicBezTo>
                <a:cubicBezTo>
                  <a:pt x="950450" y="1365909"/>
                  <a:pt x="1072563" y="1269868"/>
                  <a:pt x="1005692" y="1230741"/>
                </a:cubicBezTo>
                <a:cubicBezTo>
                  <a:pt x="991154" y="1220069"/>
                  <a:pt x="1046396" y="1205842"/>
                  <a:pt x="1069655" y="1209399"/>
                </a:cubicBezTo>
                <a:cubicBezTo>
                  <a:pt x="1092915" y="1212955"/>
                  <a:pt x="1113268" y="1237855"/>
                  <a:pt x="1142342" y="1220069"/>
                </a:cubicBezTo>
                <a:cubicBezTo>
                  <a:pt x="1156879" y="1156043"/>
                  <a:pt x="1119082" y="1131144"/>
                  <a:pt x="1084193" y="1113358"/>
                </a:cubicBezTo>
                <a:cubicBezTo>
                  <a:pt x="1008599" y="1070674"/>
                  <a:pt x="933005" y="1020875"/>
                  <a:pt x="848689" y="1006647"/>
                </a:cubicBezTo>
                <a:cubicBezTo>
                  <a:pt x="819615" y="1003089"/>
                  <a:pt x="802169" y="985305"/>
                  <a:pt x="805077" y="949734"/>
                </a:cubicBezTo>
                <a:cubicBezTo>
                  <a:pt x="810892" y="903491"/>
                  <a:pt x="839967" y="917720"/>
                  <a:pt x="863226" y="921277"/>
                </a:cubicBezTo>
                <a:cubicBezTo>
                  <a:pt x="877764" y="924835"/>
                  <a:pt x="892301" y="935506"/>
                  <a:pt x="906838" y="910606"/>
                </a:cubicBezTo>
                <a:cubicBezTo>
                  <a:pt x="566666" y="658055"/>
                  <a:pt x="386404" y="672284"/>
                  <a:pt x="5527" y="465975"/>
                </a:cubicBezTo>
                <a:cubicBezTo>
                  <a:pt x="89843" y="426847"/>
                  <a:pt x="150900" y="455303"/>
                  <a:pt x="209049" y="462417"/>
                </a:cubicBezTo>
                <a:cubicBezTo>
                  <a:pt x="354422" y="480203"/>
                  <a:pt x="264290" y="512216"/>
                  <a:pt x="409664" y="533558"/>
                </a:cubicBezTo>
                <a:cubicBezTo>
                  <a:pt x="479443" y="544229"/>
                  <a:pt x="543407" y="579800"/>
                  <a:pt x="621908" y="522887"/>
                </a:cubicBezTo>
                <a:cubicBezTo>
                  <a:pt x="674242" y="483759"/>
                  <a:pt x="758558" y="526444"/>
                  <a:pt x="822522" y="558458"/>
                </a:cubicBezTo>
                <a:cubicBezTo>
                  <a:pt x="874856" y="586915"/>
                  <a:pt x="927190" y="594028"/>
                  <a:pt x="996969" y="558458"/>
                </a:cubicBezTo>
                <a:cubicBezTo>
                  <a:pt x="933005" y="537116"/>
                  <a:pt x="883579" y="519330"/>
                  <a:pt x="834151" y="505101"/>
                </a:cubicBezTo>
                <a:cubicBezTo>
                  <a:pt x="793447" y="494431"/>
                  <a:pt x="770187" y="469532"/>
                  <a:pt x="773095" y="416176"/>
                </a:cubicBezTo>
                <a:cubicBezTo>
                  <a:pt x="773095" y="387720"/>
                  <a:pt x="764373" y="348592"/>
                  <a:pt x="793447" y="334364"/>
                </a:cubicBezTo>
                <a:cubicBezTo>
                  <a:pt x="816707" y="320135"/>
                  <a:pt x="848689" y="334364"/>
                  <a:pt x="860319" y="359262"/>
                </a:cubicBezTo>
                <a:cubicBezTo>
                  <a:pt x="874856" y="405504"/>
                  <a:pt x="889393" y="448189"/>
                  <a:pt x="938820" y="451747"/>
                </a:cubicBezTo>
                <a:cubicBezTo>
                  <a:pt x="1005692" y="458860"/>
                  <a:pt x="967894" y="430405"/>
                  <a:pt x="956265" y="394834"/>
                </a:cubicBezTo>
                <a:cubicBezTo>
                  <a:pt x="944635" y="355706"/>
                  <a:pt x="979525" y="345034"/>
                  <a:pt x="1002784" y="352148"/>
                </a:cubicBezTo>
                <a:cubicBezTo>
                  <a:pt x="1090008" y="384162"/>
                  <a:pt x="1180139" y="327250"/>
                  <a:pt x="1270270" y="373491"/>
                </a:cubicBezTo>
                <a:cubicBezTo>
                  <a:pt x="1247011" y="259665"/>
                  <a:pt x="1197583" y="209867"/>
                  <a:pt x="1092915" y="192082"/>
                </a:cubicBezTo>
                <a:cubicBezTo>
                  <a:pt x="1055118" y="188525"/>
                  <a:pt x="1014414" y="195638"/>
                  <a:pt x="979525" y="163625"/>
                </a:cubicBezTo>
                <a:cubicBezTo>
                  <a:pt x="959172" y="145839"/>
                  <a:pt x="938820" y="124497"/>
                  <a:pt x="953358" y="88927"/>
                </a:cubicBezTo>
                <a:cubicBezTo>
                  <a:pt x="962080" y="64027"/>
                  <a:pt x="985339" y="64027"/>
                  <a:pt x="1005692" y="71141"/>
                </a:cubicBezTo>
                <a:cubicBezTo>
                  <a:pt x="1090008" y="110269"/>
                  <a:pt x="1180139" y="120941"/>
                  <a:pt x="1267362" y="135168"/>
                </a:cubicBezTo>
                <a:cubicBezTo>
                  <a:pt x="1281900" y="138725"/>
                  <a:pt x="1296437" y="145839"/>
                  <a:pt x="1310975" y="110269"/>
                </a:cubicBezTo>
                <a:cubicBezTo>
                  <a:pt x="1209214" y="78255"/>
                  <a:pt x="1110360" y="35571"/>
                  <a:pt x="1008599" y="0"/>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p:cNvSpPr>
            <a:spLocks noGrp="1"/>
          </p:cNvSpPr>
          <p:nvPr>
            <p:ph type="title"/>
          </p:nvPr>
        </p:nvSpPr>
        <p:spPr>
          <a:xfrm>
            <a:off x="679113" y="1065749"/>
            <a:ext cx="2811607" cy="4726502"/>
          </a:xfrm>
        </p:spPr>
        <p:txBody>
          <a:bodyPr>
            <a:normAutofit/>
          </a:bodyPr>
          <a:lstStyle/>
          <a:p>
            <a:r>
              <a:rPr dirty="0"/>
              <a:t>Sample Code - Add Event Form</a:t>
            </a:r>
          </a:p>
        </p:txBody>
      </p:sp>
      <p:sp>
        <p:nvSpPr>
          <p:cNvPr id="3" name="Content Placeholder 2"/>
          <p:cNvSpPr>
            <a:spLocks noGrp="1"/>
          </p:cNvSpPr>
          <p:nvPr>
            <p:ph idx="1"/>
          </p:nvPr>
        </p:nvSpPr>
        <p:spPr>
          <a:xfrm>
            <a:off x="4800600" y="713313"/>
            <a:ext cx="3714750" cy="5431376"/>
          </a:xfrm>
        </p:spPr>
        <p:txBody>
          <a:bodyPr anchor="ctr">
            <a:normAutofit fontScale="25000" lnSpcReduction="20000"/>
          </a:bodyPr>
          <a:lstStyle/>
          <a:p>
            <a:pPr marL="0" indent="0">
              <a:buNone/>
            </a:pPr>
            <a:r>
              <a:rPr lang="en-IN" dirty="0">
                <a:latin typeface="Times New Roman" panose="02020603050405020304" pitchFamily="18" charset="0"/>
                <a:cs typeface="Times New Roman" panose="02020603050405020304" pitchFamily="18" charset="0"/>
              </a:rPr>
              <a:t>&lt;form method="POST" </a:t>
            </a:r>
            <a:r>
              <a:rPr lang="en-IN" dirty="0" err="1">
                <a:latin typeface="Times New Roman" panose="02020603050405020304" pitchFamily="18" charset="0"/>
                <a:cs typeface="Times New Roman" panose="02020603050405020304" pitchFamily="18" charset="0"/>
              </a:rPr>
              <a:t>enctype</a:t>
            </a:r>
            <a:r>
              <a:rPr lang="en-IN" dirty="0">
                <a:latin typeface="Times New Roman" panose="02020603050405020304" pitchFamily="18" charset="0"/>
                <a:cs typeface="Times New Roman" panose="02020603050405020304" pitchFamily="18" charset="0"/>
              </a:rPr>
              <a:t>="multipart/form-data"&gt;</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csrf_token</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&lt;input type="hidden" name="</a:t>
            </a:r>
            <a:r>
              <a:rPr lang="en-IN" dirty="0" err="1">
                <a:latin typeface="Times New Roman" panose="02020603050405020304" pitchFamily="18" charset="0"/>
                <a:cs typeface="Times New Roman" panose="02020603050405020304" pitchFamily="18" charset="0"/>
              </a:rPr>
              <a:t>add_event</a:t>
            </a:r>
            <a:r>
              <a:rPr lang="en-IN" dirty="0">
                <a:latin typeface="Times New Roman" panose="02020603050405020304" pitchFamily="18" charset="0"/>
                <a:cs typeface="Times New Roman" panose="02020603050405020304" pitchFamily="18" charset="0"/>
              </a:rPr>
              <a:t>" value="1"&gt;</a:t>
            </a:r>
          </a:p>
          <a:p>
            <a:pPr marL="0" indent="0">
              <a:buNone/>
            </a:pPr>
            <a:r>
              <a:rPr lang="en-IN" dirty="0">
                <a:latin typeface="Times New Roman" panose="02020603050405020304" pitchFamily="18" charset="0"/>
                <a:cs typeface="Times New Roman" panose="02020603050405020304" pitchFamily="18" charset="0"/>
              </a:rPr>
              <a:t>&lt;div class="modal-header"&gt;</a:t>
            </a:r>
          </a:p>
          <a:p>
            <a:pPr marL="0" indent="0">
              <a:buNone/>
            </a:pPr>
            <a:r>
              <a:rPr lang="en-IN" dirty="0">
                <a:latin typeface="Times New Roman" panose="02020603050405020304" pitchFamily="18" charset="0"/>
                <a:cs typeface="Times New Roman" panose="02020603050405020304" pitchFamily="18" charset="0"/>
              </a:rPr>
              <a:t>&lt;h5 class="modal-title"&gt;&lt;</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class="</a:t>
            </a:r>
            <a:r>
              <a:rPr lang="en-IN" dirty="0" err="1">
                <a:latin typeface="Times New Roman" panose="02020603050405020304" pitchFamily="18" charset="0"/>
                <a:cs typeface="Times New Roman" panose="02020603050405020304" pitchFamily="18" charset="0"/>
              </a:rPr>
              <a:t>fas</a:t>
            </a:r>
            <a:r>
              <a:rPr lang="en-IN" dirty="0">
                <a:latin typeface="Times New Roman" panose="02020603050405020304" pitchFamily="18" charset="0"/>
                <a:cs typeface="Times New Roman" panose="02020603050405020304" pitchFamily="18" charset="0"/>
              </a:rPr>
              <a:t> fa-plus-circle me-2"&gt;&lt;/</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&gt;Add New Event&lt;/h5&gt;</a:t>
            </a:r>
          </a:p>
          <a:p>
            <a:pPr marL="0" indent="0">
              <a:buNone/>
            </a:pPr>
            <a:r>
              <a:rPr lang="en-IN" dirty="0">
                <a:latin typeface="Times New Roman" panose="02020603050405020304" pitchFamily="18" charset="0"/>
                <a:cs typeface="Times New Roman" panose="02020603050405020304" pitchFamily="18" charset="0"/>
              </a:rPr>
              <a:t>&lt;button type="button" class="</a:t>
            </a:r>
            <a:r>
              <a:rPr lang="en-IN" dirty="0" err="1">
                <a:latin typeface="Times New Roman" panose="02020603050405020304" pitchFamily="18" charset="0"/>
                <a:cs typeface="Times New Roman" panose="02020603050405020304" pitchFamily="18" charset="0"/>
              </a:rPr>
              <a:t>btn</a:t>
            </a:r>
            <a:r>
              <a:rPr lang="en-IN" dirty="0">
                <a:latin typeface="Times New Roman" panose="02020603050405020304" pitchFamily="18" charset="0"/>
                <a:cs typeface="Times New Roman" panose="02020603050405020304" pitchFamily="18" charset="0"/>
              </a:rPr>
              <a:t>-close </a:t>
            </a:r>
            <a:r>
              <a:rPr lang="en-IN" dirty="0" err="1">
                <a:latin typeface="Times New Roman" panose="02020603050405020304" pitchFamily="18" charset="0"/>
                <a:cs typeface="Times New Roman" panose="02020603050405020304" pitchFamily="18" charset="0"/>
              </a:rPr>
              <a:t>btn</a:t>
            </a:r>
            <a:r>
              <a:rPr lang="en-IN" dirty="0">
                <a:latin typeface="Times New Roman" panose="02020603050405020304" pitchFamily="18" charset="0"/>
                <a:cs typeface="Times New Roman" panose="02020603050405020304" pitchFamily="18" charset="0"/>
              </a:rPr>
              <a:t>-close-white" data-bs-dismiss="modal" aria-label="Close"&gt;&lt;/button&gt;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r>
              <a:rPr lang="en-IN" dirty="0">
                <a:latin typeface="Times New Roman" panose="02020603050405020304" pitchFamily="18" charset="0"/>
                <a:cs typeface="Times New Roman" panose="02020603050405020304" pitchFamily="18" charset="0"/>
              </a:rPr>
              <a:t>&lt;div class="modal-body"&gt;</a:t>
            </a:r>
          </a:p>
          <a:p>
            <a:pPr marL="0" indent="0">
              <a:buNone/>
            </a:pPr>
            <a:r>
              <a:rPr lang="en-IN" dirty="0">
                <a:latin typeface="Times New Roman" panose="02020603050405020304" pitchFamily="18" charset="0"/>
                <a:cs typeface="Times New Roman" panose="02020603050405020304" pitchFamily="18" charset="0"/>
              </a:rPr>
              <a:t>&lt;div class="mb-3"&gt;</a:t>
            </a:r>
          </a:p>
          <a:p>
            <a:pPr marL="0" indent="0">
              <a:buNone/>
            </a:pPr>
            <a:r>
              <a:rPr lang="en-IN" dirty="0">
                <a:latin typeface="Times New Roman" panose="02020603050405020304" pitchFamily="18" charset="0"/>
                <a:cs typeface="Times New Roman" panose="02020603050405020304" pitchFamily="18" charset="0"/>
              </a:rPr>
              <a:t>&lt;label class="form-label"&gt;Event Name&lt;/label&gt;</a:t>
            </a:r>
          </a:p>
          <a:p>
            <a:pPr marL="0" indent="0">
              <a:buNone/>
            </a:pPr>
            <a:r>
              <a:rPr lang="en-IN" dirty="0">
                <a:latin typeface="Times New Roman" panose="02020603050405020304" pitchFamily="18" charset="0"/>
                <a:cs typeface="Times New Roman" panose="02020603050405020304" pitchFamily="18" charset="0"/>
              </a:rPr>
              <a:t>&lt;input type="text" class="form-control" name="</a:t>
            </a:r>
            <a:r>
              <a:rPr lang="en-IN" dirty="0" err="1">
                <a:latin typeface="Times New Roman" panose="02020603050405020304" pitchFamily="18" charset="0"/>
                <a:cs typeface="Times New Roman" panose="02020603050405020304" pitchFamily="18" charset="0"/>
              </a:rPr>
              <a:t>event_name</a:t>
            </a:r>
            <a:r>
              <a:rPr lang="en-IN" dirty="0">
                <a:latin typeface="Times New Roman" panose="02020603050405020304" pitchFamily="18" charset="0"/>
                <a:cs typeface="Times New Roman" panose="02020603050405020304" pitchFamily="18" charset="0"/>
              </a:rPr>
              <a:t>" required&gt;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&lt;div class="row"&gt;</a:t>
            </a:r>
          </a:p>
          <a:p>
            <a:pPr marL="0" indent="0">
              <a:buNone/>
            </a:pPr>
            <a:r>
              <a:rPr lang="en-IN" dirty="0">
                <a:latin typeface="Times New Roman" panose="02020603050405020304" pitchFamily="18" charset="0"/>
                <a:cs typeface="Times New Roman" panose="02020603050405020304" pitchFamily="18" charset="0"/>
              </a:rPr>
              <a:t>&lt;div class="col-md-6 mb-3"&gt;</a:t>
            </a:r>
          </a:p>
          <a:p>
            <a:pPr marL="0" indent="0">
              <a:buNone/>
            </a:pPr>
            <a:r>
              <a:rPr lang="en-IN" dirty="0">
                <a:latin typeface="Times New Roman" panose="02020603050405020304" pitchFamily="18" charset="0"/>
                <a:cs typeface="Times New Roman" panose="02020603050405020304" pitchFamily="18" charset="0"/>
              </a:rPr>
              <a:t>&lt;label class="form-label"&gt;Date&lt;/label&gt;</a:t>
            </a:r>
          </a:p>
          <a:p>
            <a:pPr marL="0" indent="0">
              <a:buNone/>
            </a:pPr>
            <a:r>
              <a:rPr lang="en-IN" dirty="0">
                <a:latin typeface="Times New Roman" panose="02020603050405020304" pitchFamily="18" charset="0"/>
                <a:cs typeface="Times New Roman" panose="02020603050405020304" pitchFamily="18" charset="0"/>
              </a:rPr>
              <a:t>&lt;input type="datetime-local" class="form-control" name="</a:t>
            </a:r>
            <a:r>
              <a:rPr lang="en-IN" dirty="0" err="1">
                <a:latin typeface="Times New Roman" panose="02020603050405020304" pitchFamily="18" charset="0"/>
                <a:cs typeface="Times New Roman" panose="02020603050405020304" pitchFamily="18" charset="0"/>
              </a:rPr>
              <a:t>event_date</a:t>
            </a:r>
            <a:r>
              <a:rPr lang="en-IN" dirty="0">
                <a:latin typeface="Times New Roman" panose="02020603050405020304" pitchFamily="18" charset="0"/>
                <a:cs typeface="Times New Roman" panose="02020603050405020304" pitchFamily="18" charset="0"/>
              </a:rPr>
              <a:t>" required&gt;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r>
              <a:rPr lang="en-IN" dirty="0">
                <a:latin typeface="Times New Roman" panose="02020603050405020304" pitchFamily="18" charset="0"/>
                <a:cs typeface="Times New Roman" panose="02020603050405020304" pitchFamily="18" charset="0"/>
              </a:rPr>
              <a:t>&lt;div class="col-md-6 mb-3"&gt;</a:t>
            </a:r>
          </a:p>
          <a:p>
            <a:pPr marL="0" indent="0">
              <a:buNone/>
            </a:pPr>
            <a:r>
              <a:rPr lang="en-IN" dirty="0">
                <a:latin typeface="Times New Roman" panose="02020603050405020304" pitchFamily="18" charset="0"/>
                <a:cs typeface="Times New Roman" panose="02020603050405020304" pitchFamily="18" charset="0"/>
              </a:rPr>
              <a:t>&lt;label class="form-label"&gt;Location&lt;/label&gt;</a:t>
            </a:r>
          </a:p>
          <a:p>
            <a:pPr marL="0" indent="0">
              <a:buNone/>
            </a:pPr>
            <a:r>
              <a:rPr lang="en-IN" dirty="0">
                <a:latin typeface="Times New Roman" panose="02020603050405020304" pitchFamily="18" charset="0"/>
                <a:cs typeface="Times New Roman" panose="02020603050405020304" pitchFamily="18" charset="0"/>
              </a:rPr>
              <a:t>&lt;input type="text" class="form-control" name="</a:t>
            </a:r>
            <a:r>
              <a:rPr lang="en-IN" dirty="0" err="1">
                <a:latin typeface="Times New Roman" panose="02020603050405020304" pitchFamily="18" charset="0"/>
                <a:cs typeface="Times New Roman" panose="02020603050405020304" pitchFamily="18" charset="0"/>
              </a:rPr>
              <a:t>event_location</a:t>
            </a:r>
            <a:r>
              <a:rPr lang="en-IN" dirty="0">
                <a:latin typeface="Times New Roman" panose="02020603050405020304" pitchFamily="18" charset="0"/>
                <a:cs typeface="Times New Roman" panose="02020603050405020304" pitchFamily="18" charset="0"/>
              </a:rPr>
              <a:t>" required&gt;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r>
              <a:rPr lang="en-IN" dirty="0">
                <a:latin typeface="Times New Roman" panose="02020603050405020304" pitchFamily="18" charset="0"/>
                <a:cs typeface="Times New Roman" panose="02020603050405020304" pitchFamily="18" charset="0"/>
              </a:rPr>
              <a:t>&lt;div class="mb-3"&gt;</a:t>
            </a:r>
          </a:p>
          <a:p>
            <a:pPr marL="0" indent="0">
              <a:buNone/>
            </a:pPr>
            <a:r>
              <a:rPr lang="en-IN" dirty="0">
                <a:latin typeface="Times New Roman" panose="02020603050405020304" pitchFamily="18" charset="0"/>
                <a:cs typeface="Times New Roman" panose="02020603050405020304" pitchFamily="18" charset="0"/>
              </a:rPr>
              <a:t>&lt;label class="form-label"&gt;Event Question&lt;/label&gt;</a:t>
            </a:r>
          </a:p>
          <a:p>
            <a:pPr marL="0" indent="0">
              <a:buNone/>
            </a:pPr>
            <a:r>
              <a:rPr lang="en-IN" dirty="0">
                <a:latin typeface="Times New Roman" panose="02020603050405020304" pitchFamily="18" charset="0"/>
                <a:cs typeface="Times New Roman" panose="02020603050405020304" pitchFamily="18" charset="0"/>
              </a:rPr>
              <a:t>&lt;select class="form-select" name="</a:t>
            </a:r>
            <a:r>
              <a:rPr lang="en-IN" dirty="0" err="1">
                <a:latin typeface="Times New Roman" panose="02020603050405020304" pitchFamily="18" charset="0"/>
                <a:cs typeface="Times New Roman" panose="02020603050405020304" pitchFamily="18" charset="0"/>
              </a:rPr>
              <a:t>event_type</a:t>
            </a:r>
            <a:r>
              <a:rPr lang="en-IN" dirty="0">
                <a:latin typeface="Times New Roman" panose="02020603050405020304" pitchFamily="18" charset="0"/>
                <a:cs typeface="Times New Roman" panose="02020603050405020304" pitchFamily="18" charset="0"/>
              </a:rPr>
              <a:t>"&gt;</a:t>
            </a:r>
          </a:p>
          <a:p>
            <a:pPr marL="0" indent="0">
              <a:buNone/>
            </a:pPr>
            <a:r>
              <a:rPr lang="en-IN" dirty="0">
                <a:latin typeface="Times New Roman" panose="02020603050405020304" pitchFamily="18" charset="0"/>
                <a:cs typeface="Times New Roman" panose="02020603050405020304" pitchFamily="18" charset="0"/>
              </a:rPr>
              <a:t>&lt;option value=""&gt;-- Select Type --&lt;/option&gt;</a:t>
            </a:r>
          </a:p>
          <a:p>
            <a:pPr marL="0" indent="0">
              <a:buNone/>
            </a:pPr>
            <a:r>
              <a:rPr lang="en-IN" dirty="0">
                <a:latin typeface="Times New Roman" panose="02020603050405020304" pitchFamily="18" charset="0"/>
                <a:cs typeface="Times New Roman" panose="02020603050405020304" pitchFamily="18" charset="0"/>
              </a:rPr>
              <a:t>{% for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in MCQ %}</a:t>
            </a:r>
          </a:p>
          <a:p>
            <a:pPr marL="0" indent="0">
              <a:buNone/>
            </a:pPr>
            <a:r>
              <a:rPr lang="en-IN" dirty="0">
                <a:latin typeface="Times New Roman" panose="02020603050405020304" pitchFamily="18" charset="0"/>
                <a:cs typeface="Times New Roman" panose="02020603050405020304" pitchFamily="18" charset="0"/>
              </a:rPr>
              <a:t>&lt;option value="{{</a:t>
            </a:r>
            <a:r>
              <a:rPr lang="en-IN" dirty="0" err="1">
                <a:latin typeface="Times New Roman" panose="02020603050405020304" pitchFamily="18" charset="0"/>
                <a:cs typeface="Times New Roman" panose="02020603050405020304" pitchFamily="18" charset="0"/>
              </a:rPr>
              <a:t>i.mcq_title</a:t>
            </a:r>
            <a:r>
              <a:rPr lang="en-IN" dirty="0">
                <a:latin typeface="Times New Roman" panose="02020603050405020304" pitchFamily="18" charset="0"/>
                <a:cs typeface="Times New Roman" panose="02020603050405020304" pitchFamily="18" charset="0"/>
              </a:rPr>
              <a:t>}}"&gt;{{</a:t>
            </a:r>
            <a:r>
              <a:rPr lang="en-IN" dirty="0" err="1">
                <a:latin typeface="Times New Roman" panose="02020603050405020304" pitchFamily="18" charset="0"/>
                <a:cs typeface="Times New Roman" panose="02020603050405020304" pitchFamily="18" charset="0"/>
              </a:rPr>
              <a:t>i.mcq_title</a:t>
            </a:r>
            <a:r>
              <a:rPr lang="en-IN" dirty="0">
                <a:latin typeface="Times New Roman" panose="02020603050405020304" pitchFamily="18" charset="0"/>
                <a:cs typeface="Times New Roman" panose="02020603050405020304" pitchFamily="18" charset="0"/>
              </a:rPr>
              <a:t>}}&lt;/option&gt;</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endfor</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&lt;/select&gt;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r>
              <a:rPr lang="en-IN" dirty="0">
                <a:latin typeface="Times New Roman" panose="02020603050405020304" pitchFamily="18" charset="0"/>
                <a:cs typeface="Times New Roman" panose="02020603050405020304" pitchFamily="18" charset="0"/>
              </a:rPr>
              <a:t>&lt;div class="mb-3"&gt;</a:t>
            </a:r>
          </a:p>
          <a:p>
            <a:pPr marL="0" indent="0">
              <a:buNone/>
            </a:pPr>
            <a:r>
              <a:rPr lang="en-IN" dirty="0">
                <a:latin typeface="Times New Roman" panose="02020603050405020304" pitchFamily="18" charset="0"/>
                <a:cs typeface="Times New Roman" panose="02020603050405020304" pitchFamily="18" charset="0"/>
              </a:rPr>
              <a:t>&lt;label class="form-label"&gt;Description&lt;/label&gt;</a:t>
            </a:r>
          </a:p>
          <a:p>
            <a:pPr marL="0" indent="0">
              <a:buNone/>
            </a:pPr>
            <a:r>
              <a:rPr lang="en-IN" dirty="0">
                <a:latin typeface="Times New Roman" panose="02020603050405020304" pitchFamily="18" charset="0"/>
                <a:cs typeface="Times New Roman" panose="02020603050405020304" pitchFamily="18" charset="0"/>
              </a:rPr>
              <a:t>&lt;</a:t>
            </a:r>
            <a:r>
              <a:rPr lang="en-IN" dirty="0" err="1">
                <a:latin typeface="Times New Roman" panose="02020603050405020304" pitchFamily="18" charset="0"/>
                <a:cs typeface="Times New Roman" panose="02020603050405020304" pitchFamily="18" charset="0"/>
              </a:rPr>
              <a:t>textarea</a:t>
            </a:r>
            <a:r>
              <a:rPr lang="en-IN" dirty="0">
                <a:latin typeface="Times New Roman" panose="02020603050405020304" pitchFamily="18" charset="0"/>
                <a:cs typeface="Times New Roman" panose="02020603050405020304" pitchFamily="18" charset="0"/>
              </a:rPr>
              <a:t> class="form-control" rows="4" name="</a:t>
            </a:r>
            <a:r>
              <a:rPr lang="en-IN" dirty="0" err="1">
                <a:latin typeface="Times New Roman" panose="02020603050405020304" pitchFamily="18" charset="0"/>
                <a:cs typeface="Times New Roman" panose="02020603050405020304" pitchFamily="18" charset="0"/>
              </a:rPr>
              <a:t>event_description</a:t>
            </a:r>
            <a:r>
              <a:rPr lang="en-IN" dirty="0">
                <a:latin typeface="Times New Roman" panose="02020603050405020304" pitchFamily="18" charset="0"/>
                <a:cs typeface="Times New Roman" panose="02020603050405020304" pitchFamily="18" charset="0"/>
              </a:rPr>
              <a:t>" required&gt;&lt;/</a:t>
            </a:r>
            <a:r>
              <a:rPr lang="en-IN" dirty="0" err="1">
                <a:latin typeface="Times New Roman" panose="02020603050405020304" pitchFamily="18" charset="0"/>
                <a:cs typeface="Times New Roman" panose="02020603050405020304" pitchFamily="18" charset="0"/>
              </a:rPr>
              <a:t>textarea</a:t>
            </a:r>
            <a:r>
              <a:rPr lang="en-IN" dirty="0">
                <a:latin typeface="Times New Roman" panose="02020603050405020304" pitchFamily="18" charset="0"/>
                <a:cs typeface="Times New Roman" panose="02020603050405020304" pitchFamily="18" charset="0"/>
              </a:rPr>
              <a:t>&gt;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r>
              <a:rPr lang="en-IN" dirty="0">
                <a:latin typeface="Times New Roman" panose="02020603050405020304" pitchFamily="18" charset="0"/>
                <a:cs typeface="Times New Roman" panose="02020603050405020304" pitchFamily="18" charset="0"/>
              </a:rPr>
              <a:t>&lt;div class="mb-3"&gt;</a:t>
            </a:r>
          </a:p>
          <a:p>
            <a:pPr marL="0" indent="0">
              <a:buNone/>
            </a:pPr>
            <a:r>
              <a:rPr lang="en-IN" dirty="0">
                <a:latin typeface="Times New Roman" panose="02020603050405020304" pitchFamily="18" charset="0"/>
                <a:cs typeface="Times New Roman" panose="02020603050405020304" pitchFamily="18" charset="0"/>
              </a:rPr>
              <a:t>&lt;label class="form-label"&gt;Event Image&lt;/label&gt;</a:t>
            </a:r>
          </a:p>
          <a:p>
            <a:pPr marL="0" indent="0">
              <a:buNone/>
            </a:pPr>
            <a:r>
              <a:rPr lang="en-IN" dirty="0">
                <a:latin typeface="Times New Roman" panose="02020603050405020304" pitchFamily="18" charset="0"/>
                <a:cs typeface="Times New Roman" panose="02020603050405020304" pitchFamily="18" charset="0"/>
              </a:rPr>
              <a:t>&lt;input type="file" class="form-control" name="</a:t>
            </a:r>
            <a:r>
              <a:rPr lang="en-IN" dirty="0" err="1">
                <a:latin typeface="Times New Roman" panose="02020603050405020304" pitchFamily="18" charset="0"/>
                <a:cs typeface="Times New Roman" panose="02020603050405020304" pitchFamily="18" charset="0"/>
              </a:rPr>
              <a:t>event_image</a:t>
            </a:r>
            <a:r>
              <a:rPr lang="en-IN" dirty="0">
                <a:latin typeface="Times New Roman" panose="02020603050405020304" pitchFamily="18" charset="0"/>
                <a:cs typeface="Times New Roman" panose="02020603050405020304" pitchFamily="18" charset="0"/>
              </a:rPr>
              <a:t>" required&gt;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r>
              <a:rPr lang="en-IN" dirty="0">
                <a:latin typeface="Times New Roman" panose="02020603050405020304" pitchFamily="18" charset="0"/>
                <a:cs typeface="Times New Roman" panose="02020603050405020304" pitchFamily="18" charset="0"/>
              </a:rPr>
              <a:t>&lt;div class="modal-footer"&gt;</a:t>
            </a:r>
          </a:p>
          <a:p>
            <a:pPr marL="0" indent="0">
              <a:buNone/>
            </a:pPr>
            <a:r>
              <a:rPr lang="en-IN" dirty="0">
                <a:latin typeface="Times New Roman" panose="02020603050405020304" pitchFamily="18" charset="0"/>
                <a:cs typeface="Times New Roman" panose="02020603050405020304" pitchFamily="18" charset="0"/>
              </a:rPr>
              <a:t>&lt;button type="button" class="</a:t>
            </a:r>
            <a:r>
              <a:rPr lang="en-IN" dirty="0" err="1">
                <a:latin typeface="Times New Roman" panose="02020603050405020304" pitchFamily="18" charset="0"/>
                <a:cs typeface="Times New Roman" panose="02020603050405020304" pitchFamily="18" charset="0"/>
              </a:rPr>
              <a:t>btn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btn</a:t>
            </a:r>
            <a:r>
              <a:rPr lang="en-IN" dirty="0">
                <a:latin typeface="Times New Roman" panose="02020603050405020304" pitchFamily="18" charset="0"/>
                <a:cs typeface="Times New Roman" panose="02020603050405020304" pitchFamily="18" charset="0"/>
              </a:rPr>
              <a:t>-secondary" data-bs-dismiss="modal"&gt;Cancel&lt;/button&gt;</a:t>
            </a:r>
          </a:p>
          <a:p>
            <a:pPr marL="0" indent="0">
              <a:buNone/>
            </a:pPr>
            <a:r>
              <a:rPr lang="en-IN" dirty="0">
                <a:latin typeface="Times New Roman" panose="02020603050405020304" pitchFamily="18" charset="0"/>
                <a:cs typeface="Times New Roman" panose="02020603050405020304" pitchFamily="18" charset="0"/>
              </a:rPr>
              <a:t>&lt;button type="submit" class="</a:t>
            </a:r>
            <a:r>
              <a:rPr lang="en-IN" dirty="0" err="1">
                <a:latin typeface="Times New Roman" panose="02020603050405020304" pitchFamily="18" charset="0"/>
                <a:cs typeface="Times New Roman" panose="02020603050405020304" pitchFamily="18" charset="0"/>
              </a:rPr>
              <a:t>btn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btn</a:t>
            </a:r>
            <a:r>
              <a:rPr lang="en-IN" dirty="0">
                <a:latin typeface="Times New Roman" panose="02020603050405020304" pitchFamily="18" charset="0"/>
                <a:cs typeface="Times New Roman" panose="02020603050405020304" pitchFamily="18" charset="0"/>
              </a:rPr>
              <a:t>-primary"&gt;Save Event&lt;/button&gt;</a:t>
            </a:r>
          </a:p>
          <a:p>
            <a:pPr marL="0" indent="0">
              <a:buNone/>
            </a:pPr>
            <a:r>
              <a:rPr lang="en-IN" dirty="0">
                <a:latin typeface="Times New Roman" panose="02020603050405020304" pitchFamily="18" charset="0"/>
                <a:cs typeface="Times New Roman" panose="02020603050405020304" pitchFamily="18" charset="0"/>
              </a:rPr>
              <a:t>&lt;/div&gt;</a:t>
            </a:r>
          </a:p>
          <a:p>
            <a:pPr marL="0" indent="0">
              <a:buNone/>
            </a:pPr>
            <a:r>
              <a:rPr lang="en-IN" dirty="0">
                <a:latin typeface="Times New Roman" panose="02020603050405020304" pitchFamily="18" charset="0"/>
                <a:cs typeface="Times New Roman" panose="02020603050405020304" pitchFamily="18" charset="0"/>
              </a:rPr>
              <a:t>&lt;/form&gt;</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p:cNvSpPr>
            <a:spLocks noGrp="1"/>
          </p:cNvSpPr>
          <p:nvPr>
            <p:ph type="title"/>
          </p:nvPr>
        </p:nvSpPr>
        <p:spPr>
          <a:xfrm>
            <a:off x="628650" y="713312"/>
            <a:ext cx="3028950" cy="5431376"/>
          </a:xfrm>
        </p:spPr>
        <p:txBody>
          <a:bodyPr>
            <a:normAutofit/>
          </a:bodyPr>
          <a:lstStyle/>
          <a:p>
            <a:r>
              <a:rPr dirty="0"/>
              <a:t>Expected Outc</a:t>
            </a:r>
            <a:r>
              <a:rPr i="1" dirty="0"/>
              <a:t>o</a:t>
            </a:r>
            <a:r>
              <a:rPr dirty="0"/>
              <a:t>mes</a:t>
            </a:r>
          </a:p>
        </p:txBody>
      </p:sp>
      <p:sp>
        <p:nvSpPr>
          <p:cNvPr id="3" name="Content Placeholder 2"/>
          <p:cNvSpPr>
            <a:spLocks noGrp="1"/>
          </p:cNvSpPr>
          <p:nvPr>
            <p:ph idx="1"/>
          </p:nvPr>
        </p:nvSpPr>
        <p:spPr>
          <a:xfrm>
            <a:off x="4571999" y="713313"/>
            <a:ext cx="3943351" cy="5431376"/>
          </a:xfrm>
        </p:spPr>
        <p:txBody>
          <a:bodyPr anchor="ctr">
            <a:normAutofit/>
          </a:bodyPr>
          <a:lstStyle/>
          <a:p>
            <a:r>
              <a:rPr lang="en-US" sz="1700" dirty="0"/>
              <a:t>Improved efficiency in event/quiz management</a:t>
            </a:r>
          </a:p>
          <a:p>
            <a:r>
              <a:rPr lang="en-US" sz="1700" dirty="0"/>
              <a:t>Secure and authentic certificate distribution</a:t>
            </a:r>
          </a:p>
          <a:p>
            <a:r>
              <a:rPr lang="en-US" sz="1700" dirty="0"/>
              <a:t>Increased alumni and public engagement</a:t>
            </a:r>
          </a:p>
          <a:p>
            <a:r>
              <a:rPr lang="en-US" sz="1700" dirty="0"/>
              <a:t>Accessible and user-friendly platform</a:t>
            </a:r>
          </a:p>
          <a:p>
            <a:r>
              <a:rPr lang="en-US" sz="1700" dirty="0"/>
              <a:t>Data-driven insights for future planning</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310487-DB43-8F67-1A15-AFBBADABDAB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D26AC5A-473E-0D80-0EFF-5A1271D5B2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EE66E21-BB2F-77E1-881F-85E0755249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B2102AC2-30FE-136B-125B-07D7D0E666E7}"/>
              </a:ext>
            </a:extLst>
          </p:cNvPr>
          <p:cNvSpPr>
            <a:spLocks noGrp="1"/>
          </p:cNvSpPr>
          <p:nvPr>
            <p:ph type="title"/>
          </p:nvPr>
        </p:nvSpPr>
        <p:spPr>
          <a:xfrm>
            <a:off x="1395905" y="545146"/>
            <a:ext cx="7043903" cy="632012"/>
          </a:xfrm>
        </p:spPr>
        <p:txBody>
          <a:bodyPr>
            <a:normAutofit fontScale="90000"/>
          </a:bodyPr>
          <a:lstStyle/>
          <a:p>
            <a:r>
              <a:rPr lang="en-US" dirty="0">
                <a:latin typeface="Times New Roman" panose="02020603050405020304" pitchFamily="18" charset="0"/>
                <a:cs typeface="Times New Roman" panose="02020603050405020304" pitchFamily="18" charset="0"/>
              </a:rPr>
              <a:t>Use Case Diagram</a:t>
            </a:r>
            <a:endParaRPr dirty="0">
              <a:latin typeface="Times New Roman" panose="02020603050405020304" pitchFamily="18" charset="0"/>
              <a:cs typeface="Times New Roman" panose="02020603050405020304" pitchFamily="18" charset="0"/>
            </a:endParaRPr>
          </a:p>
        </p:txBody>
      </p:sp>
      <p:pic>
        <p:nvPicPr>
          <p:cNvPr id="7" name="Picture 6" descr="A group of oval white circles with text&#10;&#10;AI-generated content may be incorrect.">
            <a:extLst>
              <a:ext uri="{FF2B5EF4-FFF2-40B4-BE49-F238E27FC236}">
                <a16:creationId xmlns:a16="http://schemas.microsoft.com/office/drawing/2014/main" id="{0BE173E9-5DE0-68BB-901F-5B0779A735F8}"/>
              </a:ext>
            </a:extLst>
          </p:cNvPr>
          <p:cNvPicPr>
            <a:picLocks noChangeAspect="1"/>
          </p:cNvPicPr>
          <p:nvPr/>
        </p:nvPicPr>
        <p:blipFill>
          <a:blip r:embed="rId2"/>
          <a:stretch>
            <a:fillRect/>
          </a:stretch>
        </p:blipFill>
        <p:spPr>
          <a:xfrm>
            <a:off x="1395904" y="1818289"/>
            <a:ext cx="7043903" cy="4847630"/>
          </a:xfrm>
          <a:prstGeom prst="rect">
            <a:avLst/>
          </a:prstGeom>
        </p:spPr>
      </p:pic>
    </p:spTree>
    <p:extLst>
      <p:ext uri="{BB962C8B-B14F-4D97-AF65-F5344CB8AC3E}">
        <p14:creationId xmlns:p14="http://schemas.microsoft.com/office/powerpoint/2010/main" val="401516719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8672ED-AE6F-8538-1460-534B65BE061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C0B2E03-87AC-7A23-31DE-E1F1A2C5A1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58487FB-5DDC-77D2-362A-BFE3762E3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5A20FCE-E8F3-7B50-38E2-C82F5711D561}"/>
              </a:ext>
            </a:extLst>
          </p:cNvPr>
          <p:cNvSpPr>
            <a:spLocks noGrp="1"/>
          </p:cNvSpPr>
          <p:nvPr>
            <p:ph type="title"/>
          </p:nvPr>
        </p:nvSpPr>
        <p:spPr>
          <a:xfrm>
            <a:off x="1395905" y="545146"/>
            <a:ext cx="7043903" cy="632012"/>
          </a:xfrm>
        </p:spPr>
        <p:txBody>
          <a:bodyPr>
            <a:normAutofit fontScale="90000"/>
          </a:bodyPr>
          <a:lstStyle/>
          <a:p>
            <a:r>
              <a:rPr lang="en-US" dirty="0">
                <a:latin typeface="Times New Roman" panose="02020603050405020304" pitchFamily="18" charset="0"/>
                <a:cs typeface="Times New Roman" panose="02020603050405020304" pitchFamily="18" charset="0"/>
              </a:rPr>
              <a:t>Activity Diagram</a:t>
            </a:r>
            <a:endParaRPr dirty="0">
              <a:latin typeface="Times New Roman" panose="02020603050405020304" pitchFamily="18" charset="0"/>
              <a:cs typeface="Times New Roman" panose="02020603050405020304" pitchFamily="18" charset="0"/>
            </a:endParaRPr>
          </a:p>
        </p:txBody>
      </p:sp>
      <p:pic>
        <p:nvPicPr>
          <p:cNvPr id="4" name="Picture 3" descr="A diagram of a user account&#10;&#10;AI-generated content may be incorrect.">
            <a:extLst>
              <a:ext uri="{FF2B5EF4-FFF2-40B4-BE49-F238E27FC236}">
                <a16:creationId xmlns:a16="http://schemas.microsoft.com/office/drawing/2014/main" id="{B782F8D1-3E3E-130C-592A-3A95057C415C}"/>
              </a:ext>
            </a:extLst>
          </p:cNvPr>
          <p:cNvPicPr>
            <a:picLocks noChangeAspect="1"/>
          </p:cNvPicPr>
          <p:nvPr/>
        </p:nvPicPr>
        <p:blipFill>
          <a:blip r:embed="rId2"/>
          <a:stretch>
            <a:fillRect/>
          </a:stretch>
        </p:blipFill>
        <p:spPr>
          <a:xfrm>
            <a:off x="2594521" y="1177157"/>
            <a:ext cx="4258223" cy="5651823"/>
          </a:xfrm>
          <a:prstGeom prst="rect">
            <a:avLst/>
          </a:prstGeom>
        </p:spPr>
      </p:pic>
    </p:spTree>
    <p:extLst>
      <p:ext uri="{BB962C8B-B14F-4D97-AF65-F5344CB8AC3E}">
        <p14:creationId xmlns:p14="http://schemas.microsoft.com/office/powerpoint/2010/main" val="190000468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77E396-4210-7A74-9A04-656CD25A63F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F248F3-69B4-B76A-532C-793AC72E9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354C285-6F68-8A0F-DEEF-B6AFBC8EC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2147830B-2632-0F7F-DCD1-55D300359DDD}"/>
              </a:ext>
            </a:extLst>
          </p:cNvPr>
          <p:cNvSpPr>
            <a:spLocks noGrp="1"/>
          </p:cNvSpPr>
          <p:nvPr>
            <p:ph type="title"/>
          </p:nvPr>
        </p:nvSpPr>
        <p:spPr>
          <a:xfrm>
            <a:off x="1395905" y="545146"/>
            <a:ext cx="7043903" cy="632012"/>
          </a:xfrm>
        </p:spPr>
        <p:txBody>
          <a:bodyPr>
            <a:normAutofit fontScale="90000"/>
          </a:bodyPr>
          <a:lstStyle/>
          <a:p>
            <a:r>
              <a:rPr lang="en-IN" dirty="0">
                <a:latin typeface="Times New Roman" panose="02020603050405020304" pitchFamily="18" charset="0"/>
                <a:cs typeface="Times New Roman" panose="02020603050405020304" pitchFamily="18" charset="0"/>
              </a:rPr>
              <a:t>Sequence</a:t>
            </a:r>
            <a:r>
              <a:rPr lang="en-US" dirty="0">
                <a:latin typeface="Times New Roman" panose="02020603050405020304" pitchFamily="18" charset="0"/>
                <a:cs typeface="Times New Roman" panose="02020603050405020304" pitchFamily="18" charset="0"/>
              </a:rPr>
              <a:t> Diagram</a:t>
            </a:r>
            <a:endParaRPr dirty="0">
              <a:latin typeface="Times New Roman" panose="02020603050405020304" pitchFamily="18" charset="0"/>
              <a:cs typeface="Times New Roman" panose="02020603050405020304" pitchFamily="18" charset="0"/>
            </a:endParaRPr>
          </a:p>
        </p:txBody>
      </p:sp>
      <p:pic>
        <p:nvPicPr>
          <p:cNvPr id="5" name="Picture 4" descr="A black background with white text&#10;&#10;AI-generated content may be incorrect.">
            <a:extLst>
              <a:ext uri="{FF2B5EF4-FFF2-40B4-BE49-F238E27FC236}">
                <a16:creationId xmlns:a16="http://schemas.microsoft.com/office/drawing/2014/main" id="{7EAF5ED0-FCC2-BB04-B747-E419756A18EB}"/>
              </a:ext>
            </a:extLst>
          </p:cNvPr>
          <p:cNvPicPr>
            <a:picLocks noChangeAspect="1"/>
          </p:cNvPicPr>
          <p:nvPr/>
        </p:nvPicPr>
        <p:blipFill>
          <a:blip r:embed="rId2"/>
          <a:stretch>
            <a:fillRect/>
          </a:stretch>
        </p:blipFill>
        <p:spPr>
          <a:xfrm>
            <a:off x="753461" y="1375760"/>
            <a:ext cx="8212402" cy="3616654"/>
          </a:xfrm>
          <a:prstGeom prst="rect">
            <a:avLst/>
          </a:prstGeom>
        </p:spPr>
      </p:pic>
    </p:spTree>
    <p:extLst>
      <p:ext uri="{BB962C8B-B14F-4D97-AF65-F5344CB8AC3E}">
        <p14:creationId xmlns:p14="http://schemas.microsoft.com/office/powerpoint/2010/main" val="216858298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562310"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02556" y="762001"/>
            <a:ext cx="3117384" cy="1708244"/>
          </a:xfrm>
        </p:spPr>
        <p:txBody>
          <a:bodyPr anchor="ctr">
            <a:normAutofit/>
          </a:bodyPr>
          <a:lstStyle/>
          <a:p>
            <a:r>
              <a:rPr lang="en-US" sz="3500"/>
              <a:t>Future Enhancements</a:t>
            </a:r>
          </a:p>
        </p:txBody>
      </p:sp>
      <p:pic>
        <p:nvPicPr>
          <p:cNvPr id="19" name="Picture 18" descr="3D Hologram from iPad">
            <a:extLst>
              <a:ext uri="{FF2B5EF4-FFF2-40B4-BE49-F238E27FC236}">
                <a16:creationId xmlns:a16="http://schemas.microsoft.com/office/drawing/2014/main" id="{78F32F36-9513-FD88-2948-A892760768AC}"/>
              </a:ext>
            </a:extLst>
          </p:cNvPr>
          <p:cNvPicPr>
            <a:picLocks noChangeAspect="1"/>
          </p:cNvPicPr>
          <p:nvPr/>
        </p:nvPicPr>
        <p:blipFill>
          <a:blip r:embed="rId2"/>
          <a:srcRect l="19097" r="36402" b="-2"/>
          <a:stretch>
            <a:fillRect/>
          </a:stretch>
        </p:blipFill>
        <p:spPr>
          <a:xfrm>
            <a:off x="20" y="-2"/>
            <a:ext cx="4571980" cy="6858002"/>
          </a:xfrm>
          <a:prstGeom prst="rect">
            <a:avLst/>
          </a:prstGeom>
        </p:spPr>
      </p:pic>
      <p:sp>
        <p:nvSpPr>
          <p:cNvPr id="20" name="Content Placeholder 2"/>
          <p:cNvSpPr>
            <a:spLocks noGrp="1"/>
          </p:cNvSpPr>
          <p:nvPr>
            <p:ph idx="1"/>
          </p:nvPr>
        </p:nvSpPr>
        <p:spPr>
          <a:xfrm>
            <a:off x="5102556" y="2470245"/>
            <a:ext cx="3117384" cy="3769835"/>
          </a:xfrm>
        </p:spPr>
        <p:txBody>
          <a:bodyPr anchor="ctr">
            <a:normAutofit/>
          </a:bodyPr>
          <a:lstStyle/>
          <a:p>
            <a:r>
              <a:rPr sz="1700"/>
              <a:t>Mobile application</a:t>
            </a:r>
          </a:p>
          <a:p>
            <a:r>
              <a:rPr sz="1700"/>
              <a:t>AI-based quiz generation</a:t>
            </a:r>
          </a:p>
          <a:p>
            <a:r>
              <a:rPr sz="1700"/>
              <a:t>Integration with placement &amp; alumni database</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US" sz="4000"/>
              <a:t>Conclusion</a:t>
            </a:r>
          </a:p>
        </p:txBody>
      </p:sp>
      <p:sp>
        <p:nvSpPr>
          <p:cNvPr id="14"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Content Placeholder 2">
            <a:extLst>
              <a:ext uri="{FF2B5EF4-FFF2-40B4-BE49-F238E27FC236}">
                <a16:creationId xmlns:a16="http://schemas.microsoft.com/office/drawing/2014/main" id="{6661A433-7FBF-EB7B-976B-84F55823F27F}"/>
              </a:ext>
            </a:extLst>
          </p:cNvPr>
          <p:cNvGraphicFramePr>
            <a:graphicFrameLocks noGrp="1"/>
          </p:cNvGraphicFramePr>
          <p:nvPr>
            <p:ph idx="1"/>
            <p:extLst>
              <p:ext uri="{D42A27DB-BD31-4B8C-83A1-F6EECF244321}">
                <p14:modId xmlns:p14="http://schemas.microsoft.com/office/powerpoint/2010/main" val="2593086658"/>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F0EEF9-A2C2-CBCF-27A1-FB237AF7383D}"/>
              </a:ext>
            </a:extLst>
          </p:cNvPr>
          <p:cNvSpPr>
            <a:spLocks noGrp="1"/>
          </p:cNvSpPr>
          <p:nvPr>
            <p:ph type="title"/>
          </p:nvPr>
        </p:nvSpPr>
        <p:spPr>
          <a:xfrm>
            <a:off x="628650" y="451381"/>
            <a:ext cx="7884414" cy="4066540"/>
          </a:xfrm>
        </p:spPr>
        <p:txBody>
          <a:bodyPr vert="horz" lIns="91440" tIns="45720" rIns="91440" bIns="45720" rtlCol="0" anchor="b">
            <a:normAutofit/>
          </a:bodyPr>
          <a:lstStyle/>
          <a:p>
            <a:pPr algn="l" defTabSz="914400">
              <a:lnSpc>
                <a:spcPct val="90000"/>
              </a:lnSpc>
            </a:pPr>
            <a:r>
              <a:rPr lang="en-US" sz="5700" b="1" kern="1200" dirty="0">
                <a:solidFill>
                  <a:schemeClr val="tx1"/>
                </a:solidFill>
                <a:latin typeface="+mj-lt"/>
                <a:ea typeface="+mj-ea"/>
                <a:cs typeface="+mj-cs"/>
              </a:rPr>
              <a:t>Thank you </a:t>
            </a:r>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418297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1800</TotalTime>
  <Words>1997</Words>
  <Application>Microsoft Macintosh PowerPoint</Application>
  <PresentationFormat>On-screen Show (4:3)</PresentationFormat>
  <Paragraphs>278</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Courier New</vt:lpstr>
      <vt:lpstr>Times New Roman</vt:lpstr>
      <vt:lpstr>Wingdings</vt:lpstr>
      <vt:lpstr>Office Theme</vt:lpstr>
      <vt:lpstr>COLLEGE EVENT MANAGEMENT &amp; QUIZ WEBSITE FOR CHESA</vt:lpstr>
      <vt:lpstr>Project Abstract</vt:lpstr>
      <vt:lpstr>Problem Statement &amp; Motivation</vt:lpstr>
      <vt:lpstr>Objectives</vt:lpstr>
      <vt:lpstr>Key Features</vt:lpstr>
      <vt:lpstr>User Roles &amp; Permissions</vt:lpstr>
      <vt:lpstr>System Modules</vt:lpstr>
      <vt:lpstr>Journal Review – Summary of Papers</vt:lpstr>
      <vt:lpstr>Reviewed Research Papers</vt:lpstr>
      <vt:lpstr>GAP IDENTIFIED</vt:lpstr>
      <vt:lpstr>System Architecture</vt:lpstr>
      <vt:lpstr>Sample Code - Backend (Django)</vt:lpstr>
      <vt:lpstr>Sample Code - Registration Form</vt:lpstr>
      <vt:lpstr>Sample Code - Login Form</vt:lpstr>
      <vt:lpstr>Sample Code - Add Event Form</vt:lpstr>
      <vt:lpstr>Expected Outcomes</vt:lpstr>
      <vt:lpstr>Use Case Diagram</vt:lpstr>
      <vt:lpstr>Activity Diagram</vt:lpstr>
      <vt:lpstr>Sequence Diagram</vt:lpstr>
      <vt:lpstr>Future Enhancements</vt:lpstr>
      <vt:lpstr>Conclusion</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jonah jayasingh</cp:lastModifiedBy>
  <cp:revision>4</cp:revision>
  <dcterms:created xsi:type="dcterms:W3CDTF">2013-01-27T09:14:16Z</dcterms:created>
  <dcterms:modified xsi:type="dcterms:W3CDTF">2025-09-18T16:35:46Z</dcterms:modified>
  <cp:category/>
</cp:coreProperties>
</file>